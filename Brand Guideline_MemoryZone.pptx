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74" r:id="rId12"/>
  </p:sldIdLst>
  <p:sldSz cx="12192000" cy="6858000"/>
  <p:notesSz cx="6858000" cy="9144000"/>
  <p:embeddedFontLst>
    <p:embeddedFont>
      <p:font typeface="Montserrat" pitchFamily="2" charset="0"/>
      <p:bold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CiTgKDp5SkznQYJrYAAc9n6uQT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16" y="788"/>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650-48E0-9751-EF49C4FD02DB}"/>
              </c:ext>
            </c:extLst>
          </c:dPt>
          <c:dPt>
            <c:idx val="1"/>
            <c:bubble3D val="0"/>
            <c:spPr>
              <a:solidFill>
                <a:schemeClr val="tx1">
                  <a:alpha val="5000"/>
                </a:schemeClr>
              </a:solidFill>
              <a:ln w="19050">
                <a:noFill/>
              </a:ln>
              <a:effectLst/>
            </c:spPr>
            <c:extLst>
              <c:ext xmlns:c16="http://schemas.microsoft.com/office/drawing/2014/chart" uri="{C3380CC4-5D6E-409C-BE32-E72D297353CC}">
                <c16:uniqueId val="{00000003-C650-48E0-9751-EF49C4FD02DB}"/>
              </c:ext>
            </c:extLst>
          </c:dPt>
          <c:dPt>
            <c:idx val="2"/>
            <c:bubble3D val="0"/>
            <c:spPr>
              <a:solidFill>
                <a:schemeClr val="accent3"/>
              </a:solidFill>
              <a:ln w="19050">
                <a:noFill/>
              </a:ln>
              <a:effectLst/>
            </c:spPr>
            <c:extLst>
              <c:ext xmlns:c16="http://schemas.microsoft.com/office/drawing/2014/chart" uri="{C3380CC4-5D6E-409C-BE32-E72D297353CC}">
                <c16:uniqueId val="{00000005-C650-48E0-9751-EF49C4FD02DB}"/>
              </c:ext>
            </c:extLst>
          </c:dPt>
          <c:dPt>
            <c:idx val="3"/>
            <c:bubble3D val="0"/>
            <c:spPr>
              <a:solidFill>
                <a:schemeClr val="accent4"/>
              </a:solidFill>
              <a:ln w="19050">
                <a:noFill/>
              </a:ln>
              <a:effectLst/>
            </c:spPr>
            <c:extLst>
              <c:ext xmlns:c16="http://schemas.microsoft.com/office/drawing/2014/chart" uri="{C3380CC4-5D6E-409C-BE32-E72D297353CC}">
                <c16:uniqueId val="{00000007-C650-48E0-9751-EF49C4FD02DB}"/>
              </c:ext>
            </c:extLst>
          </c:dPt>
          <c:cat>
            <c:strRef>
              <c:f>Sheet1!$A$2:$A$5</c:f>
              <c:strCache>
                <c:ptCount val="2"/>
                <c:pt idx="0">
                  <c:v>1st Qtr</c:v>
                </c:pt>
                <c:pt idx="1">
                  <c:v>2nd Qtr</c:v>
                </c:pt>
              </c:strCache>
            </c:strRef>
          </c:cat>
          <c:val>
            <c:numRef>
              <c:f>Sheet1!$B$2:$B$5</c:f>
              <c:numCache>
                <c:formatCode>General</c:formatCode>
                <c:ptCount val="4"/>
                <c:pt idx="0">
                  <c:v>50</c:v>
                </c:pt>
                <c:pt idx="1">
                  <c:v>50</c:v>
                </c:pt>
              </c:numCache>
            </c:numRef>
          </c:val>
          <c:extLst>
            <c:ext xmlns:c16="http://schemas.microsoft.com/office/drawing/2014/chart" uri="{C3380CC4-5D6E-409C-BE32-E72D297353CC}">
              <c16:uniqueId val="{00000008-C650-48E0-9751-EF49C4FD02DB}"/>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chart>
  <c:spPr>
    <a:noFill/>
    <a:ln>
      <a:noFill/>
    </a:ln>
    <a:effectLst/>
  </c:spPr>
  <c:txPr>
    <a:bodyPr/>
    <a:lstStyle/>
    <a:p>
      <a:pPr>
        <a:defRPr sz="1000">
          <a:latin typeface="+mn-lt"/>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2"/>
              </a:solidFill>
              <a:ln w="19050">
                <a:noFill/>
              </a:ln>
              <a:effectLst/>
            </c:spPr>
            <c:extLst>
              <c:ext xmlns:c16="http://schemas.microsoft.com/office/drawing/2014/chart" uri="{C3380CC4-5D6E-409C-BE32-E72D297353CC}">
                <c16:uniqueId val="{00000001-5F58-463C-8C0E-AFE539286DB4}"/>
              </c:ext>
            </c:extLst>
          </c:dPt>
          <c:dPt>
            <c:idx val="1"/>
            <c:bubble3D val="0"/>
            <c:spPr>
              <a:solidFill>
                <a:schemeClr val="tx1">
                  <a:alpha val="5000"/>
                </a:schemeClr>
              </a:solidFill>
              <a:ln w="19050">
                <a:noFill/>
              </a:ln>
              <a:effectLst/>
            </c:spPr>
            <c:extLst>
              <c:ext xmlns:c16="http://schemas.microsoft.com/office/drawing/2014/chart" uri="{C3380CC4-5D6E-409C-BE32-E72D297353CC}">
                <c16:uniqueId val="{00000003-5F58-463C-8C0E-AFE539286DB4}"/>
              </c:ext>
            </c:extLst>
          </c:dPt>
          <c:dPt>
            <c:idx val="2"/>
            <c:bubble3D val="0"/>
            <c:spPr>
              <a:solidFill>
                <a:schemeClr val="accent3"/>
              </a:solidFill>
              <a:ln w="19050">
                <a:noFill/>
              </a:ln>
              <a:effectLst/>
            </c:spPr>
            <c:extLst>
              <c:ext xmlns:c16="http://schemas.microsoft.com/office/drawing/2014/chart" uri="{C3380CC4-5D6E-409C-BE32-E72D297353CC}">
                <c16:uniqueId val="{00000005-5F58-463C-8C0E-AFE539286DB4}"/>
              </c:ext>
            </c:extLst>
          </c:dPt>
          <c:dPt>
            <c:idx val="3"/>
            <c:bubble3D val="0"/>
            <c:spPr>
              <a:solidFill>
                <a:schemeClr val="accent4"/>
              </a:solidFill>
              <a:ln w="19050">
                <a:noFill/>
              </a:ln>
              <a:effectLst/>
            </c:spPr>
            <c:extLst>
              <c:ext xmlns:c16="http://schemas.microsoft.com/office/drawing/2014/chart" uri="{C3380CC4-5D6E-409C-BE32-E72D297353CC}">
                <c16:uniqueId val="{00000007-5F58-463C-8C0E-AFE539286DB4}"/>
              </c:ext>
            </c:extLst>
          </c:dPt>
          <c:cat>
            <c:strRef>
              <c:f>Sheet1!$A$2:$A$5</c:f>
              <c:strCache>
                <c:ptCount val="2"/>
                <c:pt idx="0">
                  <c:v>1st Qtr</c:v>
                </c:pt>
                <c:pt idx="1">
                  <c:v>2nd Qtr</c:v>
                </c:pt>
              </c:strCache>
            </c:strRef>
          </c:cat>
          <c:val>
            <c:numRef>
              <c:f>Sheet1!$B$2:$B$5</c:f>
              <c:numCache>
                <c:formatCode>General</c:formatCode>
                <c:ptCount val="4"/>
                <c:pt idx="0">
                  <c:v>30</c:v>
                </c:pt>
                <c:pt idx="1">
                  <c:v>70</c:v>
                </c:pt>
              </c:numCache>
            </c:numRef>
          </c:val>
          <c:extLst>
            <c:ext xmlns:c16="http://schemas.microsoft.com/office/drawing/2014/chart" uri="{C3380CC4-5D6E-409C-BE32-E72D297353CC}">
              <c16:uniqueId val="{00000008-5F58-463C-8C0E-AFE539286DB4}"/>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chart>
  <c:spPr>
    <a:noFill/>
    <a:ln>
      <a:noFill/>
    </a:ln>
    <a:effectLst/>
  </c:spPr>
  <c:txPr>
    <a:bodyPr/>
    <a:lstStyle/>
    <a:p>
      <a:pPr>
        <a:defRPr sz="1000">
          <a:latin typeface="+mn-lt"/>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4"/>
              </a:solidFill>
              <a:ln w="19050">
                <a:noFill/>
              </a:ln>
              <a:effectLst/>
            </c:spPr>
            <c:extLst>
              <c:ext xmlns:c16="http://schemas.microsoft.com/office/drawing/2014/chart" uri="{C3380CC4-5D6E-409C-BE32-E72D297353CC}">
                <c16:uniqueId val="{00000001-8D61-45EA-A43F-DD306602273C}"/>
              </c:ext>
            </c:extLst>
          </c:dPt>
          <c:dPt>
            <c:idx val="1"/>
            <c:bubble3D val="0"/>
            <c:spPr>
              <a:solidFill>
                <a:schemeClr val="tx1">
                  <a:alpha val="5000"/>
                </a:schemeClr>
              </a:solidFill>
              <a:ln w="19050">
                <a:noFill/>
              </a:ln>
              <a:effectLst/>
            </c:spPr>
            <c:extLst>
              <c:ext xmlns:c16="http://schemas.microsoft.com/office/drawing/2014/chart" uri="{C3380CC4-5D6E-409C-BE32-E72D297353CC}">
                <c16:uniqueId val="{00000003-8D61-45EA-A43F-DD306602273C}"/>
              </c:ext>
            </c:extLst>
          </c:dPt>
          <c:dPt>
            <c:idx val="2"/>
            <c:bubble3D val="0"/>
            <c:spPr>
              <a:solidFill>
                <a:schemeClr val="accent3"/>
              </a:solidFill>
              <a:ln w="19050">
                <a:noFill/>
              </a:ln>
              <a:effectLst/>
            </c:spPr>
            <c:extLst>
              <c:ext xmlns:c16="http://schemas.microsoft.com/office/drawing/2014/chart" uri="{C3380CC4-5D6E-409C-BE32-E72D297353CC}">
                <c16:uniqueId val="{00000005-8D61-45EA-A43F-DD306602273C}"/>
              </c:ext>
            </c:extLst>
          </c:dPt>
          <c:dPt>
            <c:idx val="3"/>
            <c:bubble3D val="0"/>
            <c:spPr>
              <a:solidFill>
                <a:schemeClr val="accent4"/>
              </a:solidFill>
              <a:ln w="19050">
                <a:noFill/>
              </a:ln>
              <a:effectLst/>
            </c:spPr>
            <c:extLst>
              <c:ext xmlns:c16="http://schemas.microsoft.com/office/drawing/2014/chart" uri="{C3380CC4-5D6E-409C-BE32-E72D297353CC}">
                <c16:uniqueId val="{00000007-8D61-45EA-A43F-DD306602273C}"/>
              </c:ext>
            </c:extLst>
          </c:dPt>
          <c:cat>
            <c:strRef>
              <c:f>Sheet1!$A$2:$A$5</c:f>
              <c:strCache>
                <c:ptCount val="2"/>
                <c:pt idx="0">
                  <c:v>1st Qtr</c:v>
                </c:pt>
                <c:pt idx="1">
                  <c:v>2nd Qtr</c:v>
                </c:pt>
              </c:strCache>
            </c:strRef>
          </c:cat>
          <c:val>
            <c:numRef>
              <c:f>Sheet1!$B$2:$B$5</c:f>
              <c:numCache>
                <c:formatCode>General</c:formatCode>
                <c:ptCount val="4"/>
                <c:pt idx="0">
                  <c:v>10</c:v>
                </c:pt>
                <c:pt idx="1">
                  <c:v>90</c:v>
                </c:pt>
              </c:numCache>
            </c:numRef>
          </c:val>
          <c:extLst>
            <c:ext xmlns:c16="http://schemas.microsoft.com/office/drawing/2014/chart" uri="{C3380CC4-5D6E-409C-BE32-E72D297353CC}">
              <c16:uniqueId val="{00000008-8D61-45EA-A43F-DD306602273C}"/>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chart>
  <c:spPr>
    <a:noFill/>
    <a:ln>
      <a:noFill/>
    </a:ln>
    <a:effectLst/>
  </c:spPr>
  <c:txPr>
    <a:bodyPr/>
    <a:lstStyle/>
    <a:p>
      <a:pPr>
        <a:defRPr sz="1000">
          <a:latin typeface="+mn-lt"/>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bg2">
                  <a:lumMod val="50000"/>
                </a:schemeClr>
              </a:solidFill>
              <a:ln w="19050">
                <a:noFill/>
              </a:ln>
              <a:effectLst/>
            </c:spPr>
            <c:extLst>
              <c:ext xmlns:c16="http://schemas.microsoft.com/office/drawing/2014/chart" uri="{C3380CC4-5D6E-409C-BE32-E72D297353CC}">
                <c16:uniqueId val="{00000001-6693-4BB3-A631-93011FB3BC67}"/>
              </c:ext>
            </c:extLst>
          </c:dPt>
          <c:dPt>
            <c:idx val="1"/>
            <c:bubble3D val="0"/>
            <c:spPr>
              <a:solidFill>
                <a:schemeClr val="tx1">
                  <a:alpha val="5000"/>
                </a:schemeClr>
              </a:solidFill>
              <a:ln w="19050">
                <a:noFill/>
              </a:ln>
              <a:effectLst/>
            </c:spPr>
            <c:extLst>
              <c:ext xmlns:c16="http://schemas.microsoft.com/office/drawing/2014/chart" uri="{C3380CC4-5D6E-409C-BE32-E72D297353CC}">
                <c16:uniqueId val="{00000003-6693-4BB3-A631-93011FB3BC67}"/>
              </c:ext>
            </c:extLst>
          </c:dPt>
          <c:dPt>
            <c:idx val="2"/>
            <c:bubble3D val="0"/>
            <c:spPr>
              <a:solidFill>
                <a:schemeClr val="accent3"/>
              </a:solidFill>
              <a:ln w="19050">
                <a:noFill/>
              </a:ln>
              <a:effectLst/>
            </c:spPr>
            <c:extLst>
              <c:ext xmlns:c16="http://schemas.microsoft.com/office/drawing/2014/chart" uri="{C3380CC4-5D6E-409C-BE32-E72D297353CC}">
                <c16:uniqueId val="{00000005-6693-4BB3-A631-93011FB3BC67}"/>
              </c:ext>
            </c:extLst>
          </c:dPt>
          <c:dPt>
            <c:idx val="3"/>
            <c:bubble3D val="0"/>
            <c:spPr>
              <a:solidFill>
                <a:schemeClr val="accent4"/>
              </a:solidFill>
              <a:ln w="19050">
                <a:noFill/>
              </a:ln>
              <a:effectLst/>
            </c:spPr>
            <c:extLst>
              <c:ext xmlns:c16="http://schemas.microsoft.com/office/drawing/2014/chart" uri="{C3380CC4-5D6E-409C-BE32-E72D297353CC}">
                <c16:uniqueId val="{00000007-6693-4BB3-A631-93011FB3BC67}"/>
              </c:ext>
            </c:extLst>
          </c:dPt>
          <c:cat>
            <c:strRef>
              <c:f>Sheet1!$A$2:$A$5</c:f>
              <c:strCache>
                <c:ptCount val="2"/>
                <c:pt idx="0">
                  <c:v>1st Qtr</c:v>
                </c:pt>
                <c:pt idx="1">
                  <c:v>2nd Qtr</c:v>
                </c:pt>
              </c:strCache>
            </c:strRef>
          </c:cat>
          <c:val>
            <c:numRef>
              <c:f>Sheet1!$B$2:$B$5</c:f>
              <c:numCache>
                <c:formatCode>General</c:formatCode>
                <c:ptCount val="4"/>
                <c:pt idx="0">
                  <c:v>20</c:v>
                </c:pt>
                <c:pt idx="1">
                  <c:v>80</c:v>
                </c:pt>
              </c:numCache>
            </c:numRef>
          </c:val>
          <c:extLst>
            <c:ext xmlns:c16="http://schemas.microsoft.com/office/drawing/2014/chart" uri="{C3380CC4-5D6E-409C-BE32-E72D297353CC}">
              <c16:uniqueId val="{00000008-6693-4BB3-A631-93011FB3BC67}"/>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chart>
  <c:spPr>
    <a:noFill/>
    <a:ln>
      <a:noFill/>
    </a:ln>
    <a:effectLst/>
  </c:spPr>
  <c:txPr>
    <a:bodyPr/>
    <a:lstStyle/>
    <a:p>
      <a:pPr>
        <a:defRPr sz="1000">
          <a:latin typeface="+mn-lt"/>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19C0B4"/>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20E9-49B8-AFEE-0A464130A78A}"/>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20E9-49B8-AFEE-0A464130A78A}"/>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20E9-49B8-AFEE-0A464130A78A}"/>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7-20E9-49B8-AFEE-0A464130A78A}"/>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9-20E9-49B8-AFEE-0A464130A78A}"/>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B-20E9-49B8-AFEE-0A464130A78A}"/>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D-20E9-49B8-AFEE-0A464130A78A}"/>
              </c:ext>
            </c:extLst>
          </c:dPt>
          <c:dPt>
            <c:idx val="7"/>
            <c:invertIfNegative val="0"/>
            <c:bubble3D val="0"/>
            <c:spPr>
              <a:solidFill>
                <a:schemeClr val="accent2"/>
              </a:solidFill>
              <a:ln>
                <a:noFill/>
              </a:ln>
              <a:effectLst/>
            </c:spPr>
            <c:extLst>
              <c:ext xmlns:c16="http://schemas.microsoft.com/office/drawing/2014/chart" uri="{C3380CC4-5D6E-409C-BE32-E72D297353CC}">
                <c16:uniqueId val="{0000000F-20E9-49B8-AFEE-0A464130A78A}"/>
              </c:ext>
            </c:extLst>
          </c:dPt>
          <c:dPt>
            <c:idx val="8"/>
            <c:invertIfNegative val="0"/>
            <c:bubble3D val="0"/>
            <c:spPr>
              <a:solidFill>
                <a:schemeClr val="accent2"/>
              </a:solidFill>
              <a:ln>
                <a:noFill/>
              </a:ln>
              <a:effectLst/>
            </c:spPr>
            <c:extLst>
              <c:ext xmlns:c16="http://schemas.microsoft.com/office/drawing/2014/chart" uri="{C3380CC4-5D6E-409C-BE32-E72D297353CC}">
                <c16:uniqueId val="{00000011-20E9-49B8-AFEE-0A464130A78A}"/>
              </c:ext>
            </c:extLst>
          </c:dPt>
          <c:dPt>
            <c:idx val="9"/>
            <c:invertIfNegative val="0"/>
            <c:bubble3D val="0"/>
            <c:spPr>
              <a:solidFill>
                <a:schemeClr val="accent3"/>
              </a:solidFill>
              <a:ln>
                <a:noFill/>
              </a:ln>
              <a:effectLst/>
            </c:spPr>
            <c:extLst>
              <c:ext xmlns:c16="http://schemas.microsoft.com/office/drawing/2014/chart" uri="{C3380CC4-5D6E-409C-BE32-E72D297353CC}">
                <c16:uniqueId val="{00000013-20E9-49B8-AFEE-0A464130A78A}"/>
              </c:ext>
            </c:extLst>
          </c:dPt>
          <c:dPt>
            <c:idx val="10"/>
            <c:invertIfNegative val="0"/>
            <c:bubble3D val="0"/>
            <c:spPr>
              <a:solidFill>
                <a:schemeClr val="accent3"/>
              </a:solidFill>
              <a:ln>
                <a:noFill/>
              </a:ln>
              <a:effectLst/>
            </c:spPr>
            <c:extLst>
              <c:ext xmlns:c16="http://schemas.microsoft.com/office/drawing/2014/chart" uri="{C3380CC4-5D6E-409C-BE32-E72D297353CC}">
                <c16:uniqueId val="{00000015-20E9-49B8-AFEE-0A464130A78A}"/>
              </c:ext>
            </c:extLst>
          </c:dPt>
          <c:dPt>
            <c:idx val="11"/>
            <c:invertIfNegative val="0"/>
            <c:bubble3D val="0"/>
            <c:spPr>
              <a:solidFill>
                <a:schemeClr val="accent3"/>
              </a:solidFill>
              <a:ln>
                <a:noFill/>
              </a:ln>
              <a:effectLst/>
            </c:spPr>
            <c:extLst>
              <c:ext xmlns:c16="http://schemas.microsoft.com/office/drawing/2014/chart" uri="{C3380CC4-5D6E-409C-BE32-E72D297353CC}">
                <c16:uniqueId val="{00000017-20E9-49B8-AFEE-0A464130A78A}"/>
              </c:ext>
            </c:extLst>
          </c:dPt>
          <c:dPt>
            <c:idx val="12"/>
            <c:invertIfNegative val="0"/>
            <c:bubble3D val="0"/>
            <c:spPr>
              <a:solidFill>
                <a:schemeClr val="accent3"/>
              </a:solidFill>
              <a:ln>
                <a:noFill/>
              </a:ln>
              <a:effectLst/>
            </c:spPr>
            <c:extLst>
              <c:ext xmlns:c16="http://schemas.microsoft.com/office/drawing/2014/chart" uri="{C3380CC4-5D6E-409C-BE32-E72D297353CC}">
                <c16:uniqueId val="{00000019-20E9-49B8-AFEE-0A464130A78A}"/>
              </c:ext>
            </c:extLst>
          </c:dPt>
          <c:dPt>
            <c:idx val="13"/>
            <c:invertIfNegative val="0"/>
            <c:bubble3D val="0"/>
            <c:spPr>
              <a:solidFill>
                <a:schemeClr val="accent4"/>
              </a:solidFill>
              <a:ln>
                <a:noFill/>
              </a:ln>
              <a:effectLst/>
            </c:spPr>
            <c:extLst>
              <c:ext xmlns:c16="http://schemas.microsoft.com/office/drawing/2014/chart" uri="{C3380CC4-5D6E-409C-BE32-E72D297353CC}">
                <c16:uniqueId val="{0000001B-20E9-49B8-AFEE-0A464130A78A}"/>
              </c:ext>
            </c:extLst>
          </c:dPt>
          <c:dPt>
            <c:idx val="14"/>
            <c:invertIfNegative val="0"/>
            <c:bubble3D val="0"/>
            <c:spPr>
              <a:solidFill>
                <a:schemeClr val="accent4"/>
              </a:solidFill>
              <a:ln>
                <a:noFill/>
              </a:ln>
              <a:effectLst/>
            </c:spPr>
            <c:extLst>
              <c:ext xmlns:c16="http://schemas.microsoft.com/office/drawing/2014/chart" uri="{C3380CC4-5D6E-409C-BE32-E72D297353CC}">
                <c16:uniqueId val="{0000001D-20E9-49B8-AFEE-0A464130A78A}"/>
              </c:ext>
            </c:extLst>
          </c:dPt>
          <c:dPt>
            <c:idx val="15"/>
            <c:invertIfNegative val="0"/>
            <c:bubble3D val="0"/>
            <c:spPr>
              <a:solidFill>
                <a:schemeClr val="accent4"/>
              </a:solidFill>
              <a:ln>
                <a:noFill/>
              </a:ln>
              <a:effectLst/>
            </c:spPr>
            <c:extLst>
              <c:ext xmlns:c16="http://schemas.microsoft.com/office/drawing/2014/chart" uri="{C3380CC4-5D6E-409C-BE32-E72D297353CC}">
                <c16:uniqueId val="{0000001F-20E9-49B8-AFEE-0A464130A78A}"/>
              </c:ext>
            </c:extLst>
          </c:dPt>
          <c:dPt>
            <c:idx val="16"/>
            <c:invertIfNegative val="0"/>
            <c:bubble3D val="0"/>
            <c:spPr>
              <a:solidFill>
                <a:schemeClr val="accent4"/>
              </a:solidFill>
              <a:ln>
                <a:noFill/>
              </a:ln>
              <a:effectLst/>
            </c:spPr>
            <c:extLst>
              <c:ext xmlns:c16="http://schemas.microsoft.com/office/drawing/2014/chart" uri="{C3380CC4-5D6E-409C-BE32-E72D297353CC}">
                <c16:uniqueId val="{00000021-20E9-49B8-AFEE-0A464130A78A}"/>
              </c:ext>
            </c:extLst>
          </c:dPt>
          <c:dPt>
            <c:idx val="17"/>
            <c:invertIfNegative val="0"/>
            <c:bubble3D val="0"/>
            <c:spPr>
              <a:solidFill>
                <a:schemeClr val="accent4"/>
              </a:solidFill>
              <a:ln>
                <a:noFill/>
              </a:ln>
              <a:effectLst/>
            </c:spPr>
            <c:extLst>
              <c:ext xmlns:c16="http://schemas.microsoft.com/office/drawing/2014/chart" uri="{C3380CC4-5D6E-409C-BE32-E72D297353CC}">
                <c16:uniqueId val="{00000023-20E9-49B8-AFEE-0A464130A78A}"/>
              </c:ext>
            </c:extLst>
          </c:dPt>
          <c:dPt>
            <c:idx val="18"/>
            <c:invertIfNegative val="0"/>
            <c:bubble3D val="0"/>
            <c:spPr>
              <a:solidFill>
                <a:schemeClr val="accent4"/>
              </a:solidFill>
              <a:ln>
                <a:noFill/>
              </a:ln>
              <a:effectLst/>
            </c:spPr>
            <c:extLst>
              <c:ext xmlns:c16="http://schemas.microsoft.com/office/drawing/2014/chart" uri="{C3380CC4-5D6E-409C-BE32-E72D297353CC}">
                <c16:uniqueId val="{00000025-20E9-49B8-AFEE-0A464130A78A}"/>
              </c:ext>
            </c:extLst>
          </c:dPt>
          <c:dPt>
            <c:idx val="19"/>
            <c:invertIfNegative val="0"/>
            <c:bubble3D val="0"/>
            <c:spPr>
              <a:solidFill>
                <a:schemeClr val="accent4"/>
              </a:solidFill>
              <a:ln>
                <a:noFill/>
              </a:ln>
              <a:effectLst/>
            </c:spPr>
            <c:extLst>
              <c:ext xmlns:c16="http://schemas.microsoft.com/office/drawing/2014/chart" uri="{C3380CC4-5D6E-409C-BE32-E72D297353CC}">
                <c16:uniqueId val="{00000027-20E9-49B8-AFEE-0A464130A78A}"/>
              </c:ext>
            </c:extLst>
          </c:dPt>
          <c:cat>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Sheet1!$B$2:$B$21</c:f>
              <c:numCache>
                <c:formatCode>General</c:formatCode>
                <c:ptCount val="20"/>
                <c:pt idx="0">
                  <c:v>7</c:v>
                </c:pt>
                <c:pt idx="1">
                  <c:v>5</c:v>
                </c:pt>
                <c:pt idx="2">
                  <c:v>2</c:v>
                </c:pt>
                <c:pt idx="3">
                  <c:v>3.5</c:v>
                </c:pt>
                <c:pt idx="4">
                  <c:v>1</c:v>
                </c:pt>
                <c:pt idx="5">
                  <c:v>4.5</c:v>
                </c:pt>
                <c:pt idx="6">
                  <c:v>2</c:v>
                </c:pt>
                <c:pt idx="7">
                  <c:v>1</c:v>
                </c:pt>
                <c:pt idx="8">
                  <c:v>3</c:v>
                </c:pt>
                <c:pt idx="9">
                  <c:v>1.5</c:v>
                </c:pt>
                <c:pt idx="10">
                  <c:v>4</c:v>
                </c:pt>
                <c:pt idx="11">
                  <c:v>3</c:v>
                </c:pt>
                <c:pt idx="12">
                  <c:v>1</c:v>
                </c:pt>
                <c:pt idx="13">
                  <c:v>4.5</c:v>
                </c:pt>
                <c:pt idx="14">
                  <c:v>5</c:v>
                </c:pt>
                <c:pt idx="15">
                  <c:v>3.5</c:v>
                </c:pt>
                <c:pt idx="16">
                  <c:v>2.5</c:v>
                </c:pt>
                <c:pt idx="17">
                  <c:v>1.5</c:v>
                </c:pt>
                <c:pt idx="18">
                  <c:v>0.5</c:v>
                </c:pt>
                <c:pt idx="19">
                  <c:v>0.2</c:v>
                </c:pt>
              </c:numCache>
            </c:numRef>
          </c:val>
          <c:extLst>
            <c:ext xmlns:c16="http://schemas.microsoft.com/office/drawing/2014/chart" uri="{C3380CC4-5D6E-409C-BE32-E72D297353CC}">
              <c16:uniqueId val="{00000028-20E9-49B8-AFEE-0A464130A78A}"/>
            </c:ext>
          </c:extLst>
        </c:ser>
        <c:dLbls>
          <c:showLegendKey val="0"/>
          <c:showVal val="0"/>
          <c:showCatName val="0"/>
          <c:showSerName val="0"/>
          <c:showPercent val="0"/>
          <c:showBubbleSize val="0"/>
        </c:dLbls>
        <c:gapWidth val="50"/>
        <c:overlap val="-27"/>
        <c:axId val="-1711641392"/>
        <c:axId val="-1711639072"/>
      </c:barChart>
      <c:catAx>
        <c:axId val="-1711641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crossAx val="-1711639072"/>
        <c:crosses val="autoZero"/>
        <c:auto val="1"/>
        <c:lblAlgn val="ctr"/>
        <c:lblOffset val="100"/>
        <c:noMultiLvlLbl val="0"/>
      </c:catAx>
      <c:valAx>
        <c:axId val="-171163907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crossAx val="-1711641392"/>
        <c:crosses val="autoZero"/>
        <c:crossBetween val="between"/>
      </c:valAx>
      <c:spPr>
        <a:noFill/>
        <a:ln>
          <a:noFill/>
        </a:ln>
        <a:effectLst/>
      </c:spPr>
    </c:plotArea>
    <c:plotVisOnly val="1"/>
    <c:dispBlanksAs val="gap"/>
    <c:showDLblsOverMax val="0"/>
  </c:chart>
  <c:spPr>
    <a:noFill/>
    <a:ln>
      <a:noFill/>
    </a:ln>
    <a:effectLst/>
  </c:spPr>
  <c:txPr>
    <a:bodyPr/>
    <a:lstStyle/>
    <a:p>
      <a:pPr>
        <a:defRPr sz="1000" b="0" i="0">
          <a:solidFill>
            <a:schemeClr val="tx1"/>
          </a:solidFill>
          <a:latin typeface="+mn-lt"/>
          <a:ea typeface="Source Sans Pro" charset="0"/>
          <a:cs typeface="Source Sans Pro"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barChart>
        <c:barDir val="bar"/>
        <c:grouping val="clustered"/>
        <c:varyColors val="0"/>
        <c:ser>
          <c:idx val="0"/>
          <c:order val="0"/>
          <c:tx>
            <c:strRef>
              <c:f>Sheet1!$B$1</c:f>
              <c:strCache>
                <c:ptCount val="1"/>
                <c:pt idx="0">
                  <c:v>Product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2013</c:v>
                </c:pt>
                <c:pt idx="1">
                  <c:v>2014</c:v>
                </c:pt>
              </c:numCache>
            </c:numRef>
          </c:cat>
          <c:val>
            <c:numRef>
              <c:f>Sheet1!$B$2:$B$3</c:f>
              <c:numCache>
                <c:formatCode>"$"#,##0</c:formatCode>
                <c:ptCount val="2"/>
                <c:pt idx="0">
                  <c:v>248678</c:v>
                </c:pt>
                <c:pt idx="1">
                  <c:v>345687</c:v>
                </c:pt>
              </c:numCache>
            </c:numRef>
          </c:val>
          <c:extLst>
            <c:ext xmlns:c16="http://schemas.microsoft.com/office/drawing/2014/chart" uri="{C3380CC4-5D6E-409C-BE32-E72D297353CC}">
              <c16:uniqueId val="{00000000-39BD-4615-864D-1B363A2CAA59}"/>
            </c:ext>
          </c:extLst>
        </c:ser>
        <c:ser>
          <c:idx val="1"/>
          <c:order val="1"/>
          <c:tx>
            <c:strRef>
              <c:f>Sheet1!$C$1</c:f>
              <c:strCache>
                <c:ptCount val="1"/>
                <c:pt idx="0">
                  <c:v>Product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2013</c:v>
                </c:pt>
                <c:pt idx="1">
                  <c:v>2014</c:v>
                </c:pt>
              </c:numCache>
            </c:numRef>
          </c:cat>
          <c:val>
            <c:numRef>
              <c:f>Sheet1!$C$2:$C$3</c:f>
              <c:numCache>
                <c:formatCode>"$"#,##0</c:formatCode>
                <c:ptCount val="2"/>
                <c:pt idx="0">
                  <c:v>378000</c:v>
                </c:pt>
                <c:pt idx="1">
                  <c:v>475654</c:v>
                </c:pt>
              </c:numCache>
            </c:numRef>
          </c:val>
          <c:extLst>
            <c:ext xmlns:c16="http://schemas.microsoft.com/office/drawing/2014/chart" uri="{C3380CC4-5D6E-409C-BE32-E72D297353CC}">
              <c16:uniqueId val="{00000001-39BD-4615-864D-1B363A2CAA59}"/>
            </c:ext>
          </c:extLst>
        </c:ser>
        <c:ser>
          <c:idx val="2"/>
          <c:order val="2"/>
          <c:tx>
            <c:strRef>
              <c:f>Sheet1!$D$1</c:f>
              <c:strCache>
                <c:ptCount val="1"/>
                <c:pt idx="0">
                  <c:v>Product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2013</c:v>
                </c:pt>
                <c:pt idx="1">
                  <c:v>2014</c:v>
                </c:pt>
              </c:numCache>
            </c:numRef>
          </c:cat>
          <c:val>
            <c:numRef>
              <c:f>Sheet1!$D$2:$D$3</c:f>
              <c:numCache>
                <c:formatCode>"$"#,##0</c:formatCode>
                <c:ptCount val="2"/>
                <c:pt idx="0">
                  <c:v>412500</c:v>
                </c:pt>
                <c:pt idx="1">
                  <c:v>625456</c:v>
                </c:pt>
              </c:numCache>
            </c:numRef>
          </c:val>
          <c:extLst>
            <c:ext xmlns:c16="http://schemas.microsoft.com/office/drawing/2014/chart" uri="{C3380CC4-5D6E-409C-BE32-E72D297353CC}">
              <c16:uniqueId val="{00000002-39BD-4615-864D-1B363A2CAA59}"/>
            </c:ext>
          </c:extLst>
        </c:ser>
        <c:ser>
          <c:idx val="3"/>
          <c:order val="3"/>
          <c:tx>
            <c:strRef>
              <c:f>Sheet1!$E$1</c:f>
              <c:strCache>
                <c:ptCount val="1"/>
                <c:pt idx="0">
                  <c:v>Product 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2013</c:v>
                </c:pt>
                <c:pt idx="1">
                  <c:v>2014</c:v>
                </c:pt>
              </c:numCache>
            </c:numRef>
          </c:cat>
          <c:val>
            <c:numRef>
              <c:f>Sheet1!$E$2:$E$3</c:f>
              <c:numCache>
                <c:formatCode>"$"#,##0</c:formatCode>
                <c:ptCount val="2"/>
                <c:pt idx="0">
                  <c:v>567000</c:v>
                </c:pt>
                <c:pt idx="1">
                  <c:v>789000</c:v>
                </c:pt>
              </c:numCache>
            </c:numRef>
          </c:val>
          <c:extLst>
            <c:ext xmlns:c16="http://schemas.microsoft.com/office/drawing/2014/chart" uri="{C3380CC4-5D6E-409C-BE32-E72D297353CC}">
              <c16:uniqueId val="{00000003-39BD-4615-864D-1B363A2CAA59}"/>
            </c:ext>
          </c:extLst>
        </c:ser>
        <c:dLbls>
          <c:showLegendKey val="0"/>
          <c:showVal val="0"/>
          <c:showCatName val="0"/>
          <c:showSerName val="0"/>
          <c:showPercent val="0"/>
          <c:showBubbleSize val="0"/>
        </c:dLbls>
        <c:gapWidth val="150"/>
        <c:axId val="-1710979136"/>
        <c:axId val="-1710977776"/>
      </c:barChart>
      <c:catAx>
        <c:axId val="-1710979136"/>
        <c:scaling>
          <c:orientation val="minMax"/>
        </c:scaling>
        <c:delete val="0"/>
        <c:axPos val="l"/>
        <c:numFmt formatCode="General" sourceLinked="1"/>
        <c:majorTickMark val="out"/>
        <c:minorTickMark val="none"/>
        <c:tickLblPos val="nextTo"/>
        <c:spPr>
          <a:noFill/>
          <a:ln w="6350" cap="flat" cmpd="sng" algn="ctr">
            <a:solidFill>
              <a:schemeClr val="bg1">
                <a:lumMod val="6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crossAx val="-1710977776"/>
        <c:crosses val="autoZero"/>
        <c:auto val="1"/>
        <c:lblAlgn val="ctr"/>
        <c:lblOffset val="100"/>
        <c:noMultiLvlLbl val="0"/>
      </c:catAx>
      <c:valAx>
        <c:axId val="-1710977776"/>
        <c:scaling>
          <c:orientation val="minMax"/>
        </c:scaling>
        <c:delete val="0"/>
        <c:axPos val="b"/>
        <c:numFmt formatCode="&quot;$&quot;#,##0" sourceLinked="1"/>
        <c:majorTickMark val="out"/>
        <c:minorTickMark val="none"/>
        <c:tickLblPos val="nextTo"/>
        <c:spPr>
          <a:noFill/>
          <a:ln w="6350" cap="flat" cmpd="sng" algn="ctr">
            <a:solidFill>
              <a:schemeClr val="bg1">
                <a:lumMod val="6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crossAx val="-1710979136"/>
        <c:crosses val="autoZero"/>
        <c:crossBetween val="between"/>
      </c:valAx>
      <c:spPr>
        <a:noFill/>
        <a:ln w="12700">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000" b="0" i="0">
          <a:solidFill>
            <a:schemeClr val="tx1"/>
          </a:solidFill>
          <a:latin typeface="Averta"/>
          <a:ea typeface="Source Sans Pro" charset="0"/>
          <a:cs typeface="Source Sans Pro"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lineChart>
        <c:grouping val="standard"/>
        <c:varyColors val="0"/>
        <c:ser>
          <c:idx val="0"/>
          <c:order val="0"/>
          <c:tx>
            <c:strRef>
              <c:f>Sheet1!$B$1</c:f>
              <c:strCache>
                <c:ptCount val="1"/>
                <c:pt idx="0">
                  <c:v>Sales</c:v>
                </c:pt>
              </c:strCache>
            </c:strRef>
          </c:tx>
          <c:spPr>
            <a:ln w="25400" cap="rnd" cmpd="sng" algn="ctr">
              <a:solidFill>
                <a:schemeClr val="accent2"/>
              </a:solidFill>
              <a:prstDash val="solid"/>
              <a:round/>
            </a:ln>
            <a:effectLst/>
          </c:spPr>
          <c:marker>
            <c:symbol val="circle"/>
            <c:size val="8"/>
            <c:spPr>
              <a:solidFill>
                <a:schemeClr val="accent2"/>
              </a:solidFill>
              <a:ln w="6350" cap="flat" cmpd="sng" algn="ctr">
                <a:solidFill>
                  <a:schemeClr val="accent2">
                    <a:alpha val="50000"/>
                  </a:schemeClr>
                </a:solidFill>
                <a:prstDash val="solid"/>
                <a:round/>
              </a:ln>
              <a:effectLst/>
            </c:spPr>
          </c:marker>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0.05</c:v>
                </c:pt>
                <c:pt idx="1">
                  <c:v>0.1</c:v>
                </c:pt>
                <c:pt idx="2">
                  <c:v>0.15</c:v>
                </c:pt>
                <c:pt idx="3">
                  <c:v>0.22</c:v>
                </c:pt>
                <c:pt idx="4">
                  <c:v>0.3</c:v>
                </c:pt>
                <c:pt idx="5">
                  <c:v>0.28000000000000003</c:v>
                </c:pt>
                <c:pt idx="6">
                  <c:v>0.22</c:v>
                </c:pt>
                <c:pt idx="7">
                  <c:v>0.32000000000000101</c:v>
                </c:pt>
                <c:pt idx="8">
                  <c:v>0.45</c:v>
                </c:pt>
                <c:pt idx="9">
                  <c:v>0.60000000000000098</c:v>
                </c:pt>
                <c:pt idx="10">
                  <c:v>0.65000000000000202</c:v>
                </c:pt>
                <c:pt idx="11">
                  <c:v>0.55000000000000004</c:v>
                </c:pt>
              </c:numCache>
            </c:numRef>
          </c:val>
          <c:smooth val="0"/>
          <c:extLst>
            <c:ext xmlns:c16="http://schemas.microsoft.com/office/drawing/2014/chart" uri="{C3380CC4-5D6E-409C-BE32-E72D297353CC}">
              <c16:uniqueId val="{00000000-8501-4C31-AE73-2927C00AB004}"/>
            </c:ext>
          </c:extLst>
        </c:ser>
        <c:ser>
          <c:idx val="1"/>
          <c:order val="1"/>
          <c:tx>
            <c:strRef>
              <c:f>Sheet1!$C$1</c:f>
              <c:strCache>
                <c:ptCount val="1"/>
                <c:pt idx="0">
                  <c:v>Revenue</c:v>
                </c:pt>
              </c:strCache>
            </c:strRef>
          </c:tx>
          <c:spPr>
            <a:ln w="25400" cap="rnd" cmpd="sng" algn="ctr">
              <a:solidFill>
                <a:schemeClr val="accent1"/>
              </a:solidFill>
              <a:prstDash val="solid"/>
              <a:round/>
            </a:ln>
            <a:effectLst/>
          </c:spPr>
          <c:marker>
            <c:symbol val="circle"/>
            <c:size val="7"/>
            <c:spPr>
              <a:solidFill>
                <a:schemeClr val="accent1"/>
              </a:solidFill>
              <a:ln w="6350" cap="flat" cmpd="sng" algn="ctr">
                <a:solidFill>
                  <a:schemeClr val="accent1"/>
                </a:solidFill>
                <a:prstDash val="solid"/>
                <a:round/>
              </a:ln>
              <a:effectLst/>
            </c:spPr>
          </c:marker>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c:formatCode>
                <c:ptCount val="12"/>
                <c:pt idx="0">
                  <c:v>0.28000000000000003</c:v>
                </c:pt>
                <c:pt idx="1">
                  <c:v>0.380000000000001</c:v>
                </c:pt>
                <c:pt idx="2">
                  <c:v>0.4</c:v>
                </c:pt>
                <c:pt idx="3">
                  <c:v>0.48</c:v>
                </c:pt>
                <c:pt idx="4">
                  <c:v>0.65000000000000202</c:v>
                </c:pt>
                <c:pt idx="5">
                  <c:v>0.65000000000000202</c:v>
                </c:pt>
                <c:pt idx="6">
                  <c:v>0.78</c:v>
                </c:pt>
                <c:pt idx="7">
                  <c:v>0.85000000000000098</c:v>
                </c:pt>
                <c:pt idx="8">
                  <c:v>0.86000000000000099</c:v>
                </c:pt>
                <c:pt idx="9">
                  <c:v>0.85000000000000098</c:v>
                </c:pt>
                <c:pt idx="10">
                  <c:v>0.9</c:v>
                </c:pt>
                <c:pt idx="11">
                  <c:v>0.85000000000000098</c:v>
                </c:pt>
              </c:numCache>
            </c:numRef>
          </c:val>
          <c:smooth val="0"/>
          <c:extLst>
            <c:ext xmlns:c16="http://schemas.microsoft.com/office/drawing/2014/chart" uri="{C3380CC4-5D6E-409C-BE32-E72D297353CC}">
              <c16:uniqueId val="{00000001-8501-4C31-AE73-2927C00AB004}"/>
            </c:ext>
          </c:extLst>
        </c:ser>
        <c:dLbls>
          <c:showLegendKey val="0"/>
          <c:showVal val="0"/>
          <c:showCatName val="0"/>
          <c:showSerName val="0"/>
          <c:showPercent val="0"/>
          <c:showBubbleSize val="0"/>
        </c:dLbls>
        <c:marker val="1"/>
        <c:smooth val="0"/>
        <c:axId val="-1434130272"/>
        <c:axId val="-1434128224"/>
      </c:lineChart>
      <c:catAx>
        <c:axId val="-1434130272"/>
        <c:scaling>
          <c:orientation val="minMax"/>
        </c:scaling>
        <c:delete val="0"/>
        <c:axPos val="b"/>
        <c:numFmt formatCode="General"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crossAx val="-1434128224"/>
        <c:crosses val="autoZero"/>
        <c:auto val="1"/>
        <c:lblAlgn val="ctr"/>
        <c:lblOffset val="100"/>
        <c:noMultiLvlLbl val="0"/>
      </c:catAx>
      <c:valAx>
        <c:axId val="-1434128224"/>
        <c:scaling>
          <c:orientation val="minMax"/>
        </c:scaling>
        <c:delete val="0"/>
        <c:axPos val="l"/>
        <c:majorGridlines>
          <c:spPr>
            <a:ln w="6350" cap="flat" cmpd="sng" algn="ctr">
              <a:solidFill>
                <a:schemeClr val="bg1">
                  <a:lumMod val="85000"/>
                </a:schemeClr>
              </a:solidFill>
              <a:prstDash val="solid"/>
              <a:round/>
            </a:ln>
            <a:effectLst/>
          </c:spPr>
        </c:majorGridlines>
        <c:numFmt formatCode="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crossAx val="-1434130272"/>
        <c:crosses val="autoZero"/>
        <c:crossBetween val="between"/>
      </c:valAx>
      <c:spPr>
        <a:noFill/>
        <a:ln w="6350">
          <a:solidFill>
            <a:schemeClr val="bg1">
              <a:lumMod val="85000"/>
            </a:schemeClr>
          </a:solidFill>
        </a:ln>
        <a:effectLst/>
      </c:spPr>
    </c:plotArea>
    <c:legend>
      <c:legendPos val="b"/>
      <c:layout>
        <c:manualLayout>
          <c:xMode val="edge"/>
          <c:yMode val="edge"/>
          <c:x val="0.336918100806263"/>
          <c:y val="0.89295940277886798"/>
          <c:w val="0.33913602715828201"/>
          <c:h val="9.5587485987975201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Averta"/>
              <a:ea typeface="Source Sans Pro" charset="0"/>
              <a:cs typeface="Source Sans Pro"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000" b="0" i="0">
          <a:solidFill>
            <a:schemeClr val="tx1"/>
          </a:solidFill>
          <a:latin typeface="Averta"/>
          <a:ea typeface="Source Sans Pro" charset="0"/>
          <a:cs typeface="Source Sans Pro"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eff934b20e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eff934b20e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g3eff934b20e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5" Type="http://schemas.openxmlformats.org/officeDocument/2006/relationships/chart" Target="../charts/chart4.xml"/><Relationship Id="rId4" Type="http://schemas.openxmlformats.org/officeDocument/2006/relationships/chart" Target="../charts/chart3.xml"/></Relationships>
</file>

<file path=ppt/slideLayouts/_rels/slideLayout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1.xml"/><Relationship Id="rId4" Type="http://schemas.openxmlformats.org/officeDocument/2006/relationships/chart" Target="../charts/chart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Header">
  <p:cSld name="Header">
    <p:spTree>
      <p:nvGrpSpPr>
        <p:cNvPr id="1" name="Shape 15"/>
        <p:cNvGrpSpPr/>
        <p:nvPr/>
      </p:nvGrpSpPr>
      <p:grpSpPr>
        <a:xfrm>
          <a:off x="0" y="0"/>
          <a:ext cx="0" cy="0"/>
          <a:chOff x="0" y="0"/>
          <a:chExt cx="0" cy="0"/>
        </a:xfrm>
      </p:grpSpPr>
      <p:pic>
        <p:nvPicPr>
          <p:cNvPr id="16" name="Google Shape;16;p21"/>
          <p:cNvPicPr preferRelativeResize="0"/>
          <p:nvPr/>
        </p:nvPicPr>
        <p:blipFill rotWithShape="1">
          <a:blip r:embed="rId2">
            <a:alphaModFix/>
          </a:blip>
          <a:srcRect t="62" b="62"/>
          <a:stretch/>
        </p:blipFill>
        <p:spPr>
          <a:xfrm>
            <a:off x="0" y="0"/>
            <a:ext cx="12192000" cy="6858000"/>
          </a:xfrm>
          <a:prstGeom prst="rect">
            <a:avLst/>
          </a:prstGeom>
          <a:noFill/>
          <a:ln>
            <a:noFill/>
          </a:ln>
        </p:spPr>
      </p:pic>
      <p:sp>
        <p:nvSpPr>
          <p:cNvPr id="17" name="Google Shape;17;p21"/>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lvl1pPr marL="0" lvl="0" indent="0" algn="ctr">
              <a:spcBef>
                <a:spcPts val="0"/>
              </a:spcBef>
              <a:buNone/>
              <a:defRPr sz="1000" b="0" i="0" u="none" strike="noStrike" cap="none">
                <a:solidFill>
                  <a:schemeClr val="dk1"/>
                </a:solidFill>
                <a:latin typeface="Arial"/>
                <a:ea typeface="Arial"/>
                <a:cs typeface="Arial"/>
                <a:sym typeface="Arial"/>
              </a:defRPr>
            </a:lvl1pPr>
            <a:lvl2pPr marL="0" lvl="1" indent="0" algn="ctr">
              <a:spcBef>
                <a:spcPts val="0"/>
              </a:spcBef>
              <a:buNone/>
              <a:defRPr sz="1000" b="0" i="0" u="none" strike="noStrike" cap="none">
                <a:solidFill>
                  <a:schemeClr val="dk1"/>
                </a:solidFill>
                <a:latin typeface="Arial"/>
                <a:ea typeface="Arial"/>
                <a:cs typeface="Arial"/>
                <a:sym typeface="Arial"/>
              </a:defRPr>
            </a:lvl2pPr>
            <a:lvl3pPr marL="0" lvl="2" indent="0" algn="ctr">
              <a:spcBef>
                <a:spcPts val="0"/>
              </a:spcBef>
              <a:buNone/>
              <a:defRPr sz="1000" b="0" i="0" u="none" strike="noStrike" cap="none">
                <a:solidFill>
                  <a:schemeClr val="dk1"/>
                </a:solidFill>
                <a:latin typeface="Arial"/>
                <a:ea typeface="Arial"/>
                <a:cs typeface="Arial"/>
                <a:sym typeface="Arial"/>
              </a:defRPr>
            </a:lvl3pPr>
            <a:lvl4pPr marL="0" lvl="3" indent="0" algn="ctr">
              <a:spcBef>
                <a:spcPts val="0"/>
              </a:spcBef>
              <a:buNone/>
              <a:defRPr sz="1000" b="0" i="0" u="none" strike="noStrike" cap="none">
                <a:solidFill>
                  <a:schemeClr val="dk1"/>
                </a:solidFill>
                <a:latin typeface="Arial"/>
                <a:ea typeface="Arial"/>
                <a:cs typeface="Arial"/>
                <a:sym typeface="Arial"/>
              </a:defRPr>
            </a:lvl4pPr>
            <a:lvl5pPr marL="0" lvl="4" indent="0" algn="ctr">
              <a:spcBef>
                <a:spcPts val="0"/>
              </a:spcBef>
              <a:buNone/>
              <a:defRPr sz="1000" b="0" i="0" u="none" strike="noStrike" cap="none">
                <a:solidFill>
                  <a:schemeClr val="dk1"/>
                </a:solidFill>
                <a:latin typeface="Arial"/>
                <a:ea typeface="Arial"/>
                <a:cs typeface="Arial"/>
                <a:sym typeface="Arial"/>
              </a:defRPr>
            </a:lvl5pPr>
            <a:lvl6pPr marL="0" lvl="5" indent="0" algn="ctr">
              <a:spcBef>
                <a:spcPts val="0"/>
              </a:spcBef>
              <a:buNone/>
              <a:defRPr sz="1000" b="0" i="0" u="none" strike="noStrike" cap="none">
                <a:solidFill>
                  <a:schemeClr val="dk1"/>
                </a:solidFill>
                <a:latin typeface="Arial"/>
                <a:ea typeface="Arial"/>
                <a:cs typeface="Arial"/>
                <a:sym typeface="Arial"/>
              </a:defRPr>
            </a:lvl6pPr>
            <a:lvl7pPr marL="0" lvl="6" indent="0" algn="ctr">
              <a:spcBef>
                <a:spcPts val="0"/>
              </a:spcBef>
              <a:buNone/>
              <a:defRPr sz="1000" b="0" i="0" u="none" strike="noStrike" cap="none">
                <a:solidFill>
                  <a:schemeClr val="dk1"/>
                </a:solidFill>
                <a:latin typeface="Arial"/>
                <a:ea typeface="Arial"/>
                <a:cs typeface="Arial"/>
                <a:sym typeface="Arial"/>
              </a:defRPr>
            </a:lvl7pPr>
            <a:lvl8pPr marL="0" lvl="7" indent="0" algn="ctr">
              <a:spcBef>
                <a:spcPts val="0"/>
              </a:spcBef>
              <a:buNone/>
              <a:defRPr sz="1000" b="0" i="0" u="none" strike="noStrike" cap="none">
                <a:solidFill>
                  <a:schemeClr val="dk1"/>
                </a:solidFill>
                <a:latin typeface="Arial"/>
                <a:ea typeface="Arial"/>
                <a:cs typeface="Arial"/>
                <a:sym typeface="Arial"/>
              </a:defRPr>
            </a:lvl8pPr>
            <a:lvl9pPr marL="0" lvl="8" indent="0" algn="ctr">
              <a:spcBef>
                <a:spcPts val="0"/>
              </a:spcBef>
              <a:buNone/>
              <a:defRPr sz="10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cxnSp>
        <p:nvCxnSpPr>
          <p:cNvPr id="18" name="Google Shape;18;p21"/>
          <p:cNvCxnSpPr/>
          <p:nvPr/>
        </p:nvCxnSpPr>
        <p:spPr>
          <a:xfrm>
            <a:off x="985480" y="0"/>
            <a:ext cx="0" cy="6858000"/>
          </a:xfrm>
          <a:prstGeom prst="straightConnector1">
            <a:avLst/>
          </a:prstGeom>
          <a:noFill/>
          <a:ln w="9525" cap="flat" cmpd="sng">
            <a:solidFill>
              <a:schemeClr val="lt1">
                <a:alpha val="20000"/>
              </a:schemeClr>
            </a:solidFill>
            <a:prstDash val="solid"/>
            <a:miter lim="8000"/>
            <a:headEnd type="none" w="sm" len="sm"/>
            <a:tailEnd type="none" w="sm" len="sm"/>
          </a:ln>
        </p:spPr>
      </p:cxnSp>
      <p:sp>
        <p:nvSpPr>
          <p:cNvPr id="19" name="Google Shape;19;p21"/>
          <p:cNvSpPr txBox="1"/>
          <p:nvPr/>
        </p:nvSpPr>
        <p:spPr>
          <a:xfrm>
            <a:off x="11206520" y="582482"/>
            <a:ext cx="600271" cy="116955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06</a:t>
            </a:r>
            <a:endParaRPr/>
          </a:p>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a:t>
            </a:r>
            <a:endParaRPr/>
          </a:p>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06</a:t>
            </a:r>
            <a:endParaRPr/>
          </a:p>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a:t>
            </a:r>
            <a:endParaRPr/>
          </a:p>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2023</a:t>
            </a:r>
            <a:endParaRPr/>
          </a:p>
        </p:txBody>
      </p:sp>
      <p:pic>
        <p:nvPicPr>
          <p:cNvPr id="20" name="Google Shape;20;p21"/>
          <p:cNvPicPr preferRelativeResize="0"/>
          <p:nvPr/>
        </p:nvPicPr>
        <p:blipFill rotWithShape="1">
          <a:blip r:embed="rId3">
            <a:alphaModFix/>
          </a:blip>
          <a:srcRect/>
          <a:stretch/>
        </p:blipFill>
        <p:spPr>
          <a:xfrm>
            <a:off x="1821432" y="582482"/>
            <a:ext cx="3187700" cy="508000"/>
          </a:xfrm>
          <a:prstGeom prst="rect">
            <a:avLst/>
          </a:prstGeom>
          <a:noFill/>
          <a:ln>
            <a:noFill/>
          </a:ln>
        </p:spPr>
      </p:pic>
      <p:sp>
        <p:nvSpPr>
          <p:cNvPr id="21" name="Google Shape;21;p21"/>
          <p:cNvSpPr txBox="1">
            <a:spLocks noGrp="1"/>
          </p:cNvSpPr>
          <p:nvPr>
            <p:ph type="title"/>
          </p:nvPr>
        </p:nvSpPr>
        <p:spPr>
          <a:xfrm>
            <a:off x="1488278" y="3316015"/>
            <a:ext cx="5100462" cy="2877395"/>
          </a:xfrm>
          <a:prstGeom prst="rect">
            <a:avLst/>
          </a:prstGeom>
          <a:noFill/>
          <a:ln>
            <a:noFill/>
          </a:ln>
        </p:spPr>
        <p:txBody>
          <a:bodyPr spcFirstLastPara="1" wrap="square" lIns="0" tIns="192000" rIns="0" bIns="0" anchor="t" anchorCtr="0">
            <a:noAutofit/>
          </a:bodyPr>
          <a:lstStyle>
            <a:lvl1pPr lvl="0" algn="l">
              <a:lnSpc>
                <a:spcPct val="80000"/>
              </a:lnSpc>
              <a:spcBef>
                <a:spcPts val="0"/>
              </a:spcBef>
              <a:spcAft>
                <a:spcPts val="0"/>
              </a:spcAft>
              <a:buClr>
                <a:schemeClr val="lt1"/>
              </a:buClr>
              <a:buSzPts val="5500"/>
              <a:buFont typeface="Arial"/>
              <a:buNone/>
              <a:defRPr sz="5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Headline_1">
  <p:cSld name="Headline_1">
    <p:spTree>
      <p:nvGrpSpPr>
        <p:cNvPr id="1" name="Shape 22"/>
        <p:cNvGrpSpPr/>
        <p:nvPr/>
      </p:nvGrpSpPr>
      <p:grpSpPr>
        <a:xfrm>
          <a:off x="0" y="0"/>
          <a:ext cx="0" cy="0"/>
          <a:chOff x="0" y="0"/>
          <a:chExt cx="0" cy="0"/>
        </a:xfrm>
      </p:grpSpPr>
      <p:sp>
        <p:nvSpPr>
          <p:cNvPr id="23" name="Google Shape;23;p22"/>
          <p:cNvSpPr txBox="1">
            <a:spLocks noGrp="1"/>
          </p:cNvSpPr>
          <p:nvPr>
            <p:ph type="title"/>
          </p:nvPr>
        </p:nvSpPr>
        <p:spPr>
          <a:xfrm>
            <a:off x="1866900" y="1561232"/>
            <a:ext cx="2850874" cy="1727005"/>
          </a:xfrm>
          <a:prstGeom prst="rect">
            <a:avLst/>
          </a:prstGeom>
          <a:noFill/>
          <a:ln>
            <a:noFill/>
          </a:ln>
        </p:spPr>
        <p:txBody>
          <a:bodyPr spcFirstLastPara="1" wrap="square" lIns="0" tIns="19200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2"/>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lvl1pPr marL="0" lvl="0" indent="0" algn="ctr">
              <a:spcBef>
                <a:spcPts val="0"/>
              </a:spcBef>
              <a:buNone/>
              <a:defRPr sz="1000" b="0" i="0" u="none" strike="noStrike" cap="none">
                <a:solidFill>
                  <a:schemeClr val="dk1"/>
                </a:solidFill>
                <a:latin typeface="Arial"/>
                <a:ea typeface="Arial"/>
                <a:cs typeface="Arial"/>
                <a:sym typeface="Arial"/>
              </a:defRPr>
            </a:lvl1pPr>
            <a:lvl2pPr marL="0" lvl="1" indent="0" algn="ctr">
              <a:spcBef>
                <a:spcPts val="0"/>
              </a:spcBef>
              <a:buNone/>
              <a:defRPr sz="1000" b="0" i="0" u="none" strike="noStrike" cap="none">
                <a:solidFill>
                  <a:schemeClr val="dk1"/>
                </a:solidFill>
                <a:latin typeface="Arial"/>
                <a:ea typeface="Arial"/>
                <a:cs typeface="Arial"/>
                <a:sym typeface="Arial"/>
              </a:defRPr>
            </a:lvl2pPr>
            <a:lvl3pPr marL="0" lvl="2" indent="0" algn="ctr">
              <a:spcBef>
                <a:spcPts val="0"/>
              </a:spcBef>
              <a:buNone/>
              <a:defRPr sz="1000" b="0" i="0" u="none" strike="noStrike" cap="none">
                <a:solidFill>
                  <a:schemeClr val="dk1"/>
                </a:solidFill>
                <a:latin typeface="Arial"/>
                <a:ea typeface="Arial"/>
                <a:cs typeface="Arial"/>
                <a:sym typeface="Arial"/>
              </a:defRPr>
            </a:lvl3pPr>
            <a:lvl4pPr marL="0" lvl="3" indent="0" algn="ctr">
              <a:spcBef>
                <a:spcPts val="0"/>
              </a:spcBef>
              <a:buNone/>
              <a:defRPr sz="1000" b="0" i="0" u="none" strike="noStrike" cap="none">
                <a:solidFill>
                  <a:schemeClr val="dk1"/>
                </a:solidFill>
                <a:latin typeface="Arial"/>
                <a:ea typeface="Arial"/>
                <a:cs typeface="Arial"/>
                <a:sym typeface="Arial"/>
              </a:defRPr>
            </a:lvl4pPr>
            <a:lvl5pPr marL="0" lvl="4" indent="0" algn="ctr">
              <a:spcBef>
                <a:spcPts val="0"/>
              </a:spcBef>
              <a:buNone/>
              <a:defRPr sz="1000" b="0" i="0" u="none" strike="noStrike" cap="none">
                <a:solidFill>
                  <a:schemeClr val="dk1"/>
                </a:solidFill>
                <a:latin typeface="Arial"/>
                <a:ea typeface="Arial"/>
                <a:cs typeface="Arial"/>
                <a:sym typeface="Arial"/>
              </a:defRPr>
            </a:lvl5pPr>
            <a:lvl6pPr marL="0" lvl="5" indent="0" algn="ctr">
              <a:spcBef>
                <a:spcPts val="0"/>
              </a:spcBef>
              <a:buNone/>
              <a:defRPr sz="1000" b="0" i="0" u="none" strike="noStrike" cap="none">
                <a:solidFill>
                  <a:schemeClr val="dk1"/>
                </a:solidFill>
                <a:latin typeface="Arial"/>
                <a:ea typeface="Arial"/>
                <a:cs typeface="Arial"/>
                <a:sym typeface="Arial"/>
              </a:defRPr>
            </a:lvl6pPr>
            <a:lvl7pPr marL="0" lvl="6" indent="0" algn="ctr">
              <a:spcBef>
                <a:spcPts val="0"/>
              </a:spcBef>
              <a:buNone/>
              <a:defRPr sz="1000" b="0" i="0" u="none" strike="noStrike" cap="none">
                <a:solidFill>
                  <a:schemeClr val="dk1"/>
                </a:solidFill>
                <a:latin typeface="Arial"/>
                <a:ea typeface="Arial"/>
                <a:cs typeface="Arial"/>
                <a:sym typeface="Arial"/>
              </a:defRPr>
            </a:lvl7pPr>
            <a:lvl8pPr marL="0" lvl="7" indent="0" algn="ctr">
              <a:spcBef>
                <a:spcPts val="0"/>
              </a:spcBef>
              <a:buNone/>
              <a:defRPr sz="1000" b="0" i="0" u="none" strike="noStrike" cap="none">
                <a:solidFill>
                  <a:schemeClr val="dk1"/>
                </a:solidFill>
                <a:latin typeface="Arial"/>
                <a:ea typeface="Arial"/>
                <a:cs typeface="Arial"/>
                <a:sym typeface="Arial"/>
              </a:defRPr>
            </a:lvl8pPr>
            <a:lvl9pPr marL="0" lvl="8" indent="0" algn="ctr">
              <a:spcBef>
                <a:spcPts val="0"/>
              </a:spcBef>
              <a:buNone/>
              <a:defRPr sz="10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cxnSp>
        <p:nvCxnSpPr>
          <p:cNvPr id="25" name="Google Shape;25;p22"/>
          <p:cNvCxnSpPr/>
          <p:nvPr/>
        </p:nvCxnSpPr>
        <p:spPr>
          <a:xfrm>
            <a:off x="985480" y="0"/>
            <a:ext cx="0" cy="6858000"/>
          </a:xfrm>
          <a:prstGeom prst="straightConnector1">
            <a:avLst/>
          </a:prstGeom>
          <a:noFill/>
          <a:ln w="9525" cap="flat" cmpd="sng">
            <a:solidFill>
              <a:schemeClr val="dk1">
                <a:alpha val="20000"/>
              </a:schemeClr>
            </a:solidFill>
            <a:prstDash val="solid"/>
            <a:miter lim="8000"/>
            <a:headEnd type="none" w="sm" len="sm"/>
            <a:tailEnd type="none" w="sm" len="sm"/>
          </a:ln>
        </p:spPr>
      </p:cxnSp>
      <p:sp>
        <p:nvSpPr>
          <p:cNvPr id="26" name="Google Shape;26;p22"/>
          <p:cNvSpPr txBox="1">
            <a:spLocks noGrp="1"/>
          </p:cNvSpPr>
          <p:nvPr>
            <p:ph type="body" idx="1"/>
          </p:nvPr>
        </p:nvSpPr>
        <p:spPr>
          <a:xfrm>
            <a:off x="1866899" y="3613150"/>
            <a:ext cx="4977245" cy="2427432"/>
          </a:xfrm>
          <a:prstGeom prst="rect">
            <a:avLst/>
          </a:prstGeom>
          <a:noFill/>
          <a:ln>
            <a:noFill/>
          </a:ln>
        </p:spPr>
        <p:txBody>
          <a:bodyPr spcFirstLastPara="1" wrap="square" lIns="0" tIns="45700" rIns="0" bIns="45700" anchor="t" anchorCtr="0">
            <a:normAutofit/>
          </a:bodyPr>
          <a:lstStyle>
            <a:lvl1pPr marL="457200" lvl="0" indent="-228600" algn="l">
              <a:lnSpc>
                <a:spcPct val="120000"/>
              </a:lnSpc>
              <a:spcBef>
                <a:spcPts val="1000"/>
              </a:spcBef>
              <a:spcAft>
                <a:spcPts val="0"/>
              </a:spcAft>
              <a:buClr>
                <a:schemeClr val="dk1"/>
              </a:buClr>
              <a:buSzPts val="2800"/>
              <a:buNone/>
              <a:defRPr>
                <a:latin typeface="Arial"/>
                <a:ea typeface="Arial"/>
                <a:cs typeface="Arial"/>
                <a:sym typeface="Arial"/>
              </a:defRPr>
            </a:lvl1pPr>
            <a:lvl2pPr marL="914400" lvl="1" indent="-228600" algn="l">
              <a:lnSpc>
                <a:spcPct val="120000"/>
              </a:lnSpc>
              <a:spcBef>
                <a:spcPts val="499"/>
              </a:spcBef>
              <a:spcAft>
                <a:spcPts val="0"/>
              </a:spcAft>
              <a:buClr>
                <a:schemeClr val="dk1"/>
              </a:buClr>
              <a:buSzPts val="1800"/>
              <a:buNone/>
              <a:defRPr>
                <a:latin typeface="Arial"/>
                <a:ea typeface="Arial"/>
                <a:cs typeface="Arial"/>
                <a:sym typeface="Arial"/>
              </a:defRPr>
            </a:lvl2pPr>
            <a:lvl3pPr marL="1371600" lvl="2" indent="-228600" algn="l">
              <a:lnSpc>
                <a:spcPct val="120000"/>
              </a:lnSpc>
              <a:spcBef>
                <a:spcPts val="499"/>
              </a:spcBef>
              <a:spcAft>
                <a:spcPts val="0"/>
              </a:spcAft>
              <a:buClr>
                <a:schemeClr val="dk1"/>
              </a:buClr>
              <a:buSzPts val="1200"/>
              <a:buNone/>
              <a:defRPr>
                <a:latin typeface="Arial"/>
                <a:ea typeface="Arial"/>
                <a:cs typeface="Arial"/>
                <a:sym typeface="Arial"/>
              </a:defRPr>
            </a:lvl3pPr>
            <a:lvl4pPr marL="1828800" lvl="3" indent="-228600" algn="l">
              <a:lnSpc>
                <a:spcPct val="120000"/>
              </a:lnSpc>
              <a:spcBef>
                <a:spcPts val="499"/>
              </a:spcBef>
              <a:spcAft>
                <a:spcPts val="0"/>
              </a:spcAft>
              <a:buClr>
                <a:schemeClr val="dk1"/>
              </a:buClr>
              <a:buSzPts val="1000"/>
              <a:buNone/>
              <a:defRPr>
                <a:latin typeface="Arial"/>
                <a:ea typeface="Arial"/>
                <a:cs typeface="Arial"/>
                <a:sym typeface="Arial"/>
              </a:defRPr>
            </a:lvl4pPr>
            <a:lvl5pPr marL="2286000" lvl="4" indent="-228600" algn="l">
              <a:lnSpc>
                <a:spcPct val="120000"/>
              </a:lnSpc>
              <a:spcBef>
                <a:spcPts val="499"/>
              </a:spcBef>
              <a:spcAft>
                <a:spcPts val="0"/>
              </a:spcAft>
              <a:buClr>
                <a:schemeClr val="dk1"/>
              </a:buClr>
              <a:buSzPts val="1000"/>
              <a:buNone/>
              <a:defRPr>
                <a:latin typeface="Arial"/>
                <a:ea typeface="Arial"/>
                <a:cs typeface="Arial"/>
                <a:sym typeface="Arial"/>
              </a:defRPr>
            </a:lvl5pPr>
            <a:lvl6pPr marL="2743200" lvl="5" indent="-342900" algn="l">
              <a:lnSpc>
                <a:spcPct val="90000"/>
              </a:lnSpc>
              <a:spcBef>
                <a:spcPts val="499"/>
              </a:spcBef>
              <a:spcAft>
                <a:spcPts val="0"/>
              </a:spcAft>
              <a:buClr>
                <a:schemeClr val="dk1"/>
              </a:buClr>
              <a:buSzPts val="1800"/>
              <a:buChar char="•"/>
              <a:defRPr/>
            </a:lvl6pPr>
            <a:lvl7pPr marL="3200400" lvl="6" indent="-342900" algn="l">
              <a:lnSpc>
                <a:spcPct val="90000"/>
              </a:lnSpc>
              <a:spcBef>
                <a:spcPts val="499"/>
              </a:spcBef>
              <a:spcAft>
                <a:spcPts val="0"/>
              </a:spcAft>
              <a:buClr>
                <a:schemeClr val="dk1"/>
              </a:buClr>
              <a:buSzPts val="1800"/>
              <a:buChar char="•"/>
              <a:defRPr/>
            </a:lvl7pPr>
            <a:lvl8pPr marL="3657600" lvl="7" indent="-342900" algn="l">
              <a:lnSpc>
                <a:spcPct val="90000"/>
              </a:lnSpc>
              <a:spcBef>
                <a:spcPts val="499"/>
              </a:spcBef>
              <a:spcAft>
                <a:spcPts val="0"/>
              </a:spcAft>
              <a:buClr>
                <a:schemeClr val="dk1"/>
              </a:buClr>
              <a:buSzPts val="1800"/>
              <a:buChar char="•"/>
              <a:defRPr/>
            </a:lvl8pPr>
            <a:lvl9pPr marL="4114800" lvl="8" indent="-342900" algn="l">
              <a:lnSpc>
                <a:spcPct val="90000"/>
              </a:lnSpc>
              <a:spcBef>
                <a:spcPts val="499"/>
              </a:spcBef>
              <a:spcAft>
                <a:spcPts val="0"/>
              </a:spcAft>
              <a:buClr>
                <a:schemeClr val="dk1"/>
              </a:buClr>
              <a:buSzPts val="1800"/>
              <a:buChar char="•"/>
              <a:defRPr/>
            </a:lvl9pPr>
          </a:lstStyle>
          <a:p>
            <a:endParaRPr/>
          </a:p>
        </p:txBody>
      </p:sp>
      <p:pic>
        <p:nvPicPr>
          <p:cNvPr id="27" name="Google Shape;27;p22" descr="A green and black logo&#10;&#10;Description automatically generated"/>
          <p:cNvPicPr preferRelativeResize="0"/>
          <p:nvPr/>
        </p:nvPicPr>
        <p:blipFill rotWithShape="1">
          <a:blip r:embed="rId2">
            <a:alphaModFix/>
          </a:blip>
          <a:srcRect l="33777" t="35033" r="35257" b="33246"/>
          <a:stretch/>
        </p:blipFill>
        <p:spPr>
          <a:xfrm>
            <a:off x="205548" y="3244850"/>
            <a:ext cx="574383" cy="41648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Headline_2">
  <p:cSld name="Headline_2">
    <p:spTree>
      <p:nvGrpSpPr>
        <p:cNvPr id="1" name="Shape 28"/>
        <p:cNvGrpSpPr/>
        <p:nvPr/>
      </p:nvGrpSpPr>
      <p:grpSpPr>
        <a:xfrm>
          <a:off x="0" y="0"/>
          <a:ext cx="0" cy="0"/>
          <a:chOff x="0" y="0"/>
          <a:chExt cx="0" cy="0"/>
        </a:xfrm>
      </p:grpSpPr>
      <p:sp>
        <p:nvSpPr>
          <p:cNvPr id="29" name="Google Shape;29;p23"/>
          <p:cNvSpPr txBox="1">
            <a:spLocks noGrp="1"/>
          </p:cNvSpPr>
          <p:nvPr>
            <p:ph type="title"/>
          </p:nvPr>
        </p:nvSpPr>
        <p:spPr>
          <a:xfrm>
            <a:off x="1866900" y="3715470"/>
            <a:ext cx="2479813" cy="1621619"/>
          </a:xfrm>
          <a:prstGeom prst="rect">
            <a:avLst/>
          </a:prstGeom>
          <a:noFill/>
          <a:ln>
            <a:noFill/>
          </a:ln>
        </p:spPr>
        <p:txBody>
          <a:bodyPr spcFirstLastPara="1" wrap="square" lIns="0" tIns="19200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3"/>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lvl1pPr marL="0" lvl="0" indent="0" algn="ctr">
              <a:spcBef>
                <a:spcPts val="0"/>
              </a:spcBef>
              <a:buNone/>
              <a:defRPr sz="1000" b="0" i="0" u="none" strike="noStrike" cap="none">
                <a:solidFill>
                  <a:schemeClr val="dk1"/>
                </a:solidFill>
                <a:latin typeface="Arial"/>
                <a:ea typeface="Arial"/>
                <a:cs typeface="Arial"/>
                <a:sym typeface="Arial"/>
              </a:defRPr>
            </a:lvl1pPr>
            <a:lvl2pPr marL="0" lvl="1" indent="0" algn="ctr">
              <a:spcBef>
                <a:spcPts val="0"/>
              </a:spcBef>
              <a:buNone/>
              <a:defRPr sz="1000" b="0" i="0" u="none" strike="noStrike" cap="none">
                <a:solidFill>
                  <a:schemeClr val="dk1"/>
                </a:solidFill>
                <a:latin typeface="Arial"/>
                <a:ea typeface="Arial"/>
                <a:cs typeface="Arial"/>
                <a:sym typeface="Arial"/>
              </a:defRPr>
            </a:lvl2pPr>
            <a:lvl3pPr marL="0" lvl="2" indent="0" algn="ctr">
              <a:spcBef>
                <a:spcPts val="0"/>
              </a:spcBef>
              <a:buNone/>
              <a:defRPr sz="1000" b="0" i="0" u="none" strike="noStrike" cap="none">
                <a:solidFill>
                  <a:schemeClr val="dk1"/>
                </a:solidFill>
                <a:latin typeface="Arial"/>
                <a:ea typeface="Arial"/>
                <a:cs typeface="Arial"/>
                <a:sym typeface="Arial"/>
              </a:defRPr>
            </a:lvl3pPr>
            <a:lvl4pPr marL="0" lvl="3" indent="0" algn="ctr">
              <a:spcBef>
                <a:spcPts val="0"/>
              </a:spcBef>
              <a:buNone/>
              <a:defRPr sz="1000" b="0" i="0" u="none" strike="noStrike" cap="none">
                <a:solidFill>
                  <a:schemeClr val="dk1"/>
                </a:solidFill>
                <a:latin typeface="Arial"/>
                <a:ea typeface="Arial"/>
                <a:cs typeface="Arial"/>
                <a:sym typeface="Arial"/>
              </a:defRPr>
            </a:lvl4pPr>
            <a:lvl5pPr marL="0" lvl="4" indent="0" algn="ctr">
              <a:spcBef>
                <a:spcPts val="0"/>
              </a:spcBef>
              <a:buNone/>
              <a:defRPr sz="1000" b="0" i="0" u="none" strike="noStrike" cap="none">
                <a:solidFill>
                  <a:schemeClr val="dk1"/>
                </a:solidFill>
                <a:latin typeface="Arial"/>
                <a:ea typeface="Arial"/>
                <a:cs typeface="Arial"/>
                <a:sym typeface="Arial"/>
              </a:defRPr>
            </a:lvl5pPr>
            <a:lvl6pPr marL="0" lvl="5" indent="0" algn="ctr">
              <a:spcBef>
                <a:spcPts val="0"/>
              </a:spcBef>
              <a:buNone/>
              <a:defRPr sz="1000" b="0" i="0" u="none" strike="noStrike" cap="none">
                <a:solidFill>
                  <a:schemeClr val="dk1"/>
                </a:solidFill>
                <a:latin typeface="Arial"/>
                <a:ea typeface="Arial"/>
                <a:cs typeface="Arial"/>
                <a:sym typeface="Arial"/>
              </a:defRPr>
            </a:lvl6pPr>
            <a:lvl7pPr marL="0" lvl="6" indent="0" algn="ctr">
              <a:spcBef>
                <a:spcPts val="0"/>
              </a:spcBef>
              <a:buNone/>
              <a:defRPr sz="1000" b="0" i="0" u="none" strike="noStrike" cap="none">
                <a:solidFill>
                  <a:schemeClr val="dk1"/>
                </a:solidFill>
                <a:latin typeface="Arial"/>
                <a:ea typeface="Arial"/>
                <a:cs typeface="Arial"/>
                <a:sym typeface="Arial"/>
              </a:defRPr>
            </a:lvl7pPr>
            <a:lvl8pPr marL="0" lvl="7" indent="0" algn="ctr">
              <a:spcBef>
                <a:spcPts val="0"/>
              </a:spcBef>
              <a:buNone/>
              <a:defRPr sz="1000" b="0" i="0" u="none" strike="noStrike" cap="none">
                <a:solidFill>
                  <a:schemeClr val="dk1"/>
                </a:solidFill>
                <a:latin typeface="Arial"/>
                <a:ea typeface="Arial"/>
                <a:cs typeface="Arial"/>
                <a:sym typeface="Arial"/>
              </a:defRPr>
            </a:lvl8pPr>
            <a:lvl9pPr marL="0" lvl="8" indent="0" algn="ctr">
              <a:spcBef>
                <a:spcPts val="0"/>
              </a:spcBef>
              <a:buNone/>
              <a:defRPr sz="10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cxnSp>
        <p:nvCxnSpPr>
          <p:cNvPr id="31" name="Google Shape;31;p23"/>
          <p:cNvCxnSpPr/>
          <p:nvPr/>
        </p:nvCxnSpPr>
        <p:spPr>
          <a:xfrm>
            <a:off x="985480" y="0"/>
            <a:ext cx="0" cy="6858000"/>
          </a:xfrm>
          <a:prstGeom prst="straightConnector1">
            <a:avLst/>
          </a:prstGeom>
          <a:noFill/>
          <a:ln w="9525" cap="flat" cmpd="sng">
            <a:solidFill>
              <a:schemeClr val="dk1">
                <a:alpha val="20000"/>
              </a:schemeClr>
            </a:solidFill>
            <a:prstDash val="solid"/>
            <a:miter lim="8000"/>
            <a:headEnd type="none" w="sm" len="sm"/>
            <a:tailEnd type="none" w="sm" len="sm"/>
          </a:ln>
        </p:spPr>
      </p:cxnSp>
      <p:sp>
        <p:nvSpPr>
          <p:cNvPr id="32" name="Google Shape;32;p23"/>
          <p:cNvSpPr txBox="1">
            <a:spLocks noGrp="1"/>
          </p:cNvSpPr>
          <p:nvPr>
            <p:ph type="body" idx="1"/>
          </p:nvPr>
        </p:nvSpPr>
        <p:spPr>
          <a:xfrm>
            <a:off x="5748219" y="3906883"/>
            <a:ext cx="5372362" cy="2078281"/>
          </a:xfrm>
          <a:prstGeom prst="rect">
            <a:avLst/>
          </a:prstGeom>
          <a:noFill/>
          <a:ln>
            <a:noFill/>
          </a:ln>
        </p:spPr>
        <p:txBody>
          <a:bodyPr spcFirstLastPara="1" wrap="square" lIns="0" tIns="45700" rIns="0" bIns="45700" anchor="t" anchorCtr="0">
            <a:normAutofit/>
          </a:bodyPr>
          <a:lstStyle>
            <a:lvl1pPr marL="457200" lvl="0" indent="-228600" algn="l">
              <a:lnSpc>
                <a:spcPct val="120000"/>
              </a:lnSpc>
              <a:spcBef>
                <a:spcPts val="1000"/>
              </a:spcBef>
              <a:spcAft>
                <a:spcPts val="0"/>
              </a:spcAft>
              <a:buClr>
                <a:schemeClr val="dk1"/>
              </a:buClr>
              <a:buSzPts val="2800"/>
              <a:buNone/>
              <a:defRPr>
                <a:latin typeface="Arial"/>
                <a:ea typeface="Arial"/>
                <a:cs typeface="Arial"/>
                <a:sym typeface="Arial"/>
              </a:defRPr>
            </a:lvl1pPr>
            <a:lvl2pPr marL="914400" lvl="1" indent="-228600" algn="l">
              <a:lnSpc>
                <a:spcPct val="120000"/>
              </a:lnSpc>
              <a:spcBef>
                <a:spcPts val="499"/>
              </a:spcBef>
              <a:spcAft>
                <a:spcPts val="0"/>
              </a:spcAft>
              <a:buClr>
                <a:schemeClr val="dk1"/>
              </a:buClr>
              <a:buSzPts val="1800"/>
              <a:buNone/>
              <a:defRPr>
                <a:latin typeface="Arial"/>
                <a:ea typeface="Arial"/>
                <a:cs typeface="Arial"/>
                <a:sym typeface="Arial"/>
              </a:defRPr>
            </a:lvl2pPr>
            <a:lvl3pPr marL="1371600" lvl="2" indent="-228600" algn="l">
              <a:lnSpc>
                <a:spcPct val="120000"/>
              </a:lnSpc>
              <a:spcBef>
                <a:spcPts val="499"/>
              </a:spcBef>
              <a:spcAft>
                <a:spcPts val="0"/>
              </a:spcAft>
              <a:buClr>
                <a:schemeClr val="dk1"/>
              </a:buClr>
              <a:buSzPts val="1200"/>
              <a:buNone/>
              <a:defRPr>
                <a:latin typeface="Arial"/>
                <a:ea typeface="Arial"/>
                <a:cs typeface="Arial"/>
                <a:sym typeface="Arial"/>
              </a:defRPr>
            </a:lvl3pPr>
            <a:lvl4pPr marL="1828800" lvl="3" indent="-228600" algn="l">
              <a:lnSpc>
                <a:spcPct val="120000"/>
              </a:lnSpc>
              <a:spcBef>
                <a:spcPts val="499"/>
              </a:spcBef>
              <a:spcAft>
                <a:spcPts val="0"/>
              </a:spcAft>
              <a:buClr>
                <a:schemeClr val="dk1"/>
              </a:buClr>
              <a:buSzPts val="1000"/>
              <a:buNone/>
              <a:defRPr>
                <a:latin typeface="Arial"/>
                <a:ea typeface="Arial"/>
                <a:cs typeface="Arial"/>
                <a:sym typeface="Arial"/>
              </a:defRPr>
            </a:lvl4pPr>
            <a:lvl5pPr marL="2286000" lvl="4" indent="-228600" algn="l">
              <a:lnSpc>
                <a:spcPct val="120000"/>
              </a:lnSpc>
              <a:spcBef>
                <a:spcPts val="499"/>
              </a:spcBef>
              <a:spcAft>
                <a:spcPts val="0"/>
              </a:spcAft>
              <a:buClr>
                <a:schemeClr val="dk1"/>
              </a:buClr>
              <a:buSzPts val="1000"/>
              <a:buNone/>
              <a:defRPr>
                <a:latin typeface="Arial"/>
                <a:ea typeface="Arial"/>
                <a:cs typeface="Arial"/>
                <a:sym typeface="Arial"/>
              </a:defRPr>
            </a:lvl5pPr>
            <a:lvl6pPr marL="2743200" lvl="5" indent="-342900" algn="l">
              <a:lnSpc>
                <a:spcPct val="90000"/>
              </a:lnSpc>
              <a:spcBef>
                <a:spcPts val="499"/>
              </a:spcBef>
              <a:spcAft>
                <a:spcPts val="0"/>
              </a:spcAft>
              <a:buClr>
                <a:schemeClr val="dk1"/>
              </a:buClr>
              <a:buSzPts val="1800"/>
              <a:buChar char="•"/>
              <a:defRPr/>
            </a:lvl6pPr>
            <a:lvl7pPr marL="3200400" lvl="6" indent="-342900" algn="l">
              <a:lnSpc>
                <a:spcPct val="90000"/>
              </a:lnSpc>
              <a:spcBef>
                <a:spcPts val="499"/>
              </a:spcBef>
              <a:spcAft>
                <a:spcPts val="0"/>
              </a:spcAft>
              <a:buClr>
                <a:schemeClr val="dk1"/>
              </a:buClr>
              <a:buSzPts val="1800"/>
              <a:buChar char="•"/>
              <a:defRPr/>
            </a:lvl7pPr>
            <a:lvl8pPr marL="3657600" lvl="7" indent="-342900" algn="l">
              <a:lnSpc>
                <a:spcPct val="90000"/>
              </a:lnSpc>
              <a:spcBef>
                <a:spcPts val="499"/>
              </a:spcBef>
              <a:spcAft>
                <a:spcPts val="0"/>
              </a:spcAft>
              <a:buClr>
                <a:schemeClr val="dk1"/>
              </a:buClr>
              <a:buSzPts val="1800"/>
              <a:buChar char="•"/>
              <a:defRPr/>
            </a:lvl8pPr>
            <a:lvl9pPr marL="4114800" lvl="8" indent="-342900" algn="l">
              <a:lnSpc>
                <a:spcPct val="90000"/>
              </a:lnSpc>
              <a:spcBef>
                <a:spcPts val="499"/>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xt">
  <p:cSld name="Context">
    <p:spTree>
      <p:nvGrpSpPr>
        <p:cNvPr id="1" name="Shape 33"/>
        <p:cNvGrpSpPr/>
        <p:nvPr/>
      </p:nvGrpSpPr>
      <p:grpSpPr>
        <a:xfrm>
          <a:off x="0" y="0"/>
          <a:ext cx="0" cy="0"/>
          <a:chOff x="0" y="0"/>
          <a:chExt cx="0" cy="0"/>
        </a:xfrm>
      </p:grpSpPr>
      <p:sp>
        <p:nvSpPr>
          <p:cNvPr id="34" name="Google Shape;34;p24"/>
          <p:cNvSpPr txBox="1">
            <a:spLocks noGrp="1"/>
          </p:cNvSpPr>
          <p:nvPr>
            <p:ph type="body" idx="1"/>
          </p:nvPr>
        </p:nvSpPr>
        <p:spPr>
          <a:xfrm>
            <a:off x="1866900" y="2576945"/>
            <a:ext cx="9486900" cy="3915930"/>
          </a:xfrm>
          <a:prstGeom prst="rect">
            <a:avLst/>
          </a:prstGeom>
          <a:noFill/>
          <a:ln>
            <a:noFill/>
          </a:ln>
        </p:spPr>
        <p:txBody>
          <a:bodyPr spcFirstLastPara="1" wrap="square" lIns="0" tIns="45700" rIns="0" bIns="45700" anchor="t" anchorCtr="0">
            <a:normAutofit/>
          </a:bodyPr>
          <a:lstStyle>
            <a:lvl1pPr marL="457200" lvl="0" indent="-406400" algn="l">
              <a:lnSpc>
                <a:spcPct val="120000"/>
              </a:lnSpc>
              <a:spcBef>
                <a:spcPts val="1000"/>
              </a:spcBef>
              <a:spcAft>
                <a:spcPts val="0"/>
              </a:spcAft>
              <a:buClr>
                <a:schemeClr val="dk1"/>
              </a:buClr>
              <a:buSzPts val="2800"/>
              <a:buFont typeface="Arial"/>
              <a:buChar char="•"/>
              <a:defRPr>
                <a:latin typeface="Arial"/>
                <a:ea typeface="Arial"/>
                <a:cs typeface="Arial"/>
                <a:sym typeface="Arial"/>
              </a:defRPr>
            </a:lvl1pPr>
            <a:lvl2pPr marL="914400" lvl="1" indent="-342900" algn="l">
              <a:lnSpc>
                <a:spcPct val="120000"/>
              </a:lnSpc>
              <a:spcBef>
                <a:spcPts val="499"/>
              </a:spcBef>
              <a:spcAft>
                <a:spcPts val="0"/>
              </a:spcAft>
              <a:buClr>
                <a:schemeClr val="dk1"/>
              </a:buClr>
              <a:buSzPts val="1800"/>
              <a:buFont typeface="Noto Sans Symbols"/>
              <a:buChar char="⮚"/>
              <a:defRPr>
                <a:latin typeface="Arial"/>
                <a:ea typeface="Arial"/>
                <a:cs typeface="Arial"/>
                <a:sym typeface="Arial"/>
              </a:defRPr>
            </a:lvl2pPr>
            <a:lvl3pPr marL="1371600" lvl="2" indent="-304800" algn="l">
              <a:lnSpc>
                <a:spcPct val="120000"/>
              </a:lnSpc>
              <a:spcBef>
                <a:spcPts val="499"/>
              </a:spcBef>
              <a:spcAft>
                <a:spcPts val="0"/>
              </a:spcAft>
              <a:buClr>
                <a:schemeClr val="dk1"/>
              </a:buClr>
              <a:buSzPts val="1200"/>
              <a:buFont typeface="Noto Sans Symbols"/>
              <a:buChar char="❖"/>
              <a:defRPr>
                <a:latin typeface="Arial"/>
                <a:ea typeface="Arial"/>
                <a:cs typeface="Arial"/>
                <a:sym typeface="Arial"/>
              </a:defRPr>
            </a:lvl3pPr>
            <a:lvl4pPr marL="1828800" lvl="3" indent="-292100" algn="l">
              <a:lnSpc>
                <a:spcPct val="120000"/>
              </a:lnSpc>
              <a:spcBef>
                <a:spcPts val="499"/>
              </a:spcBef>
              <a:spcAft>
                <a:spcPts val="0"/>
              </a:spcAft>
              <a:buClr>
                <a:schemeClr val="dk1"/>
              </a:buClr>
              <a:buSzPts val="1000"/>
              <a:buFont typeface="Noto Sans Symbols"/>
              <a:buChar char="❖"/>
              <a:defRPr>
                <a:latin typeface="Arial"/>
                <a:ea typeface="Arial"/>
                <a:cs typeface="Arial"/>
                <a:sym typeface="Arial"/>
              </a:defRPr>
            </a:lvl4pPr>
            <a:lvl5pPr marL="2286000" lvl="4" indent="-292100" algn="l">
              <a:lnSpc>
                <a:spcPct val="120000"/>
              </a:lnSpc>
              <a:spcBef>
                <a:spcPts val="499"/>
              </a:spcBef>
              <a:spcAft>
                <a:spcPts val="0"/>
              </a:spcAft>
              <a:buClr>
                <a:schemeClr val="dk1"/>
              </a:buClr>
              <a:buSzPts val="1000"/>
              <a:buFont typeface="Noto Sans Symbols"/>
              <a:buChar char="❖"/>
              <a:defRPr>
                <a:latin typeface="Arial"/>
                <a:ea typeface="Arial"/>
                <a:cs typeface="Arial"/>
                <a:sym typeface="Arial"/>
              </a:defRPr>
            </a:lvl5pPr>
            <a:lvl6pPr marL="2743200" lvl="5" indent="-342900" algn="l">
              <a:lnSpc>
                <a:spcPct val="90000"/>
              </a:lnSpc>
              <a:spcBef>
                <a:spcPts val="499"/>
              </a:spcBef>
              <a:spcAft>
                <a:spcPts val="0"/>
              </a:spcAft>
              <a:buClr>
                <a:schemeClr val="dk1"/>
              </a:buClr>
              <a:buSzPts val="1800"/>
              <a:buChar char="•"/>
              <a:defRPr/>
            </a:lvl6pPr>
            <a:lvl7pPr marL="3200400" lvl="6" indent="-342900" algn="l">
              <a:lnSpc>
                <a:spcPct val="90000"/>
              </a:lnSpc>
              <a:spcBef>
                <a:spcPts val="499"/>
              </a:spcBef>
              <a:spcAft>
                <a:spcPts val="0"/>
              </a:spcAft>
              <a:buClr>
                <a:schemeClr val="dk1"/>
              </a:buClr>
              <a:buSzPts val="1800"/>
              <a:buChar char="•"/>
              <a:defRPr/>
            </a:lvl7pPr>
            <a:lvl8pPr marL="3657600" lvl="7" indent="-342900" algn="l">
              <a:lnSpc>
                <a:spcPct val="90000"/>
              </a:lnSpc>
              <a:spcBef>
                <a:spcPts val="499"/>
              </a:spcBef>
              <a:spcAft>
                <a:spcPts val="0"/>
              </a:spcAft>
              <a:buClr>
                <a:schemeClr val="dk1"/>
              </a:buClr>
              <a:buSzPts val="1800"/>
              <a:buChar char="•"/>
              <a:defRPr/>
            </a:lvl8pPr>
            <a:lvl9pPr marL="4114800" lvl="8" indent="-342900" algn="l">
              <a:lnSpc>
                <a:spcPct val="90000"/>
              </a:lnSpc>
              <a:spcBef>
                <a:spcPts val="499"/>
              </a:spcBef>
              <a:spcAft>
                <a:spcPts val="0"/>
              </a:spcAft>
              <a:buClr>
                <a:schemeClr val="dk1"/>
              </a:buClr>
              <a:buSzPts val="1800"/>
              <a:buChar char="•"/>
              <a:defRPr/>
            </a:lvl9pPr>
          </a:lstStyle>
          <a:p>
            <a:endParaRPr/>
          </a:p>
        </p:txBody>
      </p:sp>
      <p:sp>
        <p:nvSpPr>
          <p:cNvPr id="35" name="Google Shape;35;p24"/>
          <p:cNvSpPr txBox="1">
            <a:spLocks noGrp="1"/>
          </p:cNvSpPr>
          <p:nvPr>
            <p:ph type="title"/>
          </p:nvPr>
        </p:nvSpPr>
        <p:spPr>
          <a:xfrm>
            <a:off x="1866900" y="491105"/>
            <a:ext cx="9486900" cy="1621619"/>
          </a:xfrm>
          <a:prstGeom prst="rect">
            <a:avLst/>
          </a:prstGeom>
          <a:noFill/>
          <a:ln>
            <a:noFill/>
          </a:ln>
        </p:spPr>
        <p:txBody>
          <a:bodyPr spcFirstLastPara="1" wrap="square" lIns="0" tIns="192000" rIns="0" bIns="0" anchor="t" anchorCtr="0">
            <a:noAutofit/>
          </a:bodyPr>
          <a:lstStyle>
            <a:lvl1pPr lvl="0" algn="l">
              <a:lnSpc>
                <a:spcPct val="80000"/>
              </a:lnSpc>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4"/>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lvl1pPr marL="0" lvl="0" indent="0" algn="ctr">
              <a:spcBef>
                <a:spcPts val="0"/>
              </a:spcBef>
              <a:buNone/>
              <a:defRPr sz="1000" b="0" i="0" u="none" strike="noStrike" cap="none">
                <a:solidFill>
                  <a:schemeClr val="dk1"/>
                </a:solidFill>
                <a:latin typeface="Arial"/>
                <a:ea typeface="Arial"/>
                <a:cs typeface="Arial"/>
                <a:sym typeface="Arial"/>
              </a:defRPr>
            </a:lvl1pPr>
            <a:lvl2pPr marL="0" lvl="1" indent="0" algn="ctr">
              <a:spcBef>
                <a:spcPts val="0"/>
              </a:spcBef>
              <a:buNone/>
              <a:defRPr sz="1000" b="0" i="0" u="none" strike="noStrike" cap="none">
                <a:solidFill>
                  <a:schemeClr val="dk1"/>
                </a:solidFill>
                <a:latin typeface="Arial"/>
                <a:ea typeface="Arial"/>
                <a:cs typeface="Arial"/>
                <a:sym typeface="Arial"/>
              </a:defRPr>
            </a:lvl2pPr>
            <a:lvl3pPr marL="0" lvl="2" indent="0" algn="ctr">
              <a:spcBef>
                <a:spcPts val="0"/>
              </a:spcBef>
              <a:buNone/>
              <a:defRPr sz="1000" b="0" i="0" u="none" strike="noStrike" cap="none">
                <a:solidFill>
                  <a:schemeClr val="dk1"/>
                </a:solidFill>
                <a:latin typeface="Arial"/>
                <a:ea typeface="Arial"/>
                <a:cs typeface="Arial"/>
                <a:sym typeface="Arial"/>
              </a:defRPr>
            </a:lvl3pPr>
            <a:lvl4pPr marL="0" lvl="3" indent="0" algn="ctr">
              <a:spcBef>
                <a:spcPts val="0"/>
              </a:spcBef>
              <a:buNone/>
              <a:defRPr sz="1000" b="0" i="0" u="none" strike="noStrike" cap="none">
                <a:solidFill>
                  <a:schemeClr val="dk1"/>
                </a:solidFill>
                <a:latin typeface="Arial"/>
                <a:ea typeface="Arial"/>
                <a:cs typeface="Arial"/>
                <a:sym typeface="Arial"/>
              </a:defRPr>
            </a:lvl4pPr>
            <a:lvl5pPr marL="0" lvl="4" indent="0" algn="ctr">
              <a:spcBef>
                <a:spcPts val="0"/>
              </a:spcBef>
              <a:buNone/>
              <a:defRPr sz="1000" b="0" i="0" u="none" strike="noStrike" cap="none">
                <a:solidFill>
                  <a:schemeClr val="dk1"/>
                </a:solidFill>
                <a:latin typeface="Arial"/>
                <a:ea typeface="Arial"/>
                <a:cs typeface="Arial"/>
                <a:sym typeface="Arial"/>
              </a:defRPr>
            </a:lvl5pPr>
            <a:lvl6pPr marL="0" lvl="5" indent="0" algn="ctr">
              <a:spcBef>
                <a:spcPts val="0"/>
              </a:spcBef>
              <a:buNone/>
              <a:defRPr sz="1000" b="0" i="0" u="none" strike="noStrike" cap="none">
                <a:solidFill>
                  <a:schemeClr val="dk1"/>
                </a:solidFill>
                <a:latin typeface="Arial"/>
                <a:ea typeface="Arial"/>
                <a:cs typeface="Arial"/>
                <a:sym typeface="Arial"/>
              </a:defRPr>
            </a:lvl6pPr>
            <a:lvl7pPr marL="0" lvl="6" indent="0" algn="ctr">
              <a:spcBef>
                <a:spcPts val="0"/>
              </a:spcBef>
              <a:buNone/>
              <a:defRPr sz="1000" b="0" i="0" u="none" strike="noStrike" cap="none">
                <a:solidFill>
                  <a:schemeClr val="dk1"/>
                </a:solidFill>
                <a:latin typeface="Arial"/>
                <a:ea typeface="Arial"/>
                <a:cs typeface="Arial"/>
                <a:sym typeface="Arial"/>
              </a:defRPr>
            </a:lvl7pPr>
            <a:lvl8pPr marL="0" lvl="7" indent="0" algn="ctr">
              <a:spcBef>
                <a:spcPts val="0"/>
              </a:spcBef>
              <a:buNone/>
              <a:defRPr sz="1000" b="0" i="0" u="none" strike="noStrike" cap="none">
                <a:solidFill>
                  <a:schemeClr val="dk1"/>
                </a:solidFill>
                <a:latin typeface="Arial"/>
                <a:ea typeface="Arial"/>
                <a:cs typeface="Arial"/>
                <a:sym typeface="Arial"/>
              </a:defRPr>
            </a:lvl8pPr>
            <a:lvl9pPr marL="0" lvl="8" indent="0" algn="ctr">
              <a:spcBef>
                <a:spcPts val="0"/>
              </a:spcBef>
              <a:buNone/>
              <a:defRPr sz="10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cxnSp>
        <p:nvCxnSpPr>
          <p:cNvPr id="37" name="Google Shape;37;p24"/>
          <p:cNvCxnSpPr/>
          <p:nvPr/>
        </p:nvCxnSpPr>
        <p:spPr>
          <a:xfrm>
            <a:off x="985480" y="0"/>
            <a:ext cx="0" cy="6858000"/>
          </a:xfrm>
          <a:prstGeom prst="straightConnector1">
            <a:avLst/>
          </a:prstGeom>
          <a:noFill/>
          <a:ln w="9525" cap="flat" cmpd="sng">
            <a:solidFill>
              <a:schemeClr val="dk1">
                <a:alpha val="20000"/>
              </a:schemeClr>
            </a:solidFill>
            <a:prstDash val="solid"/>
            <a:miter lim="8000"/>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Footer">
  <p:cSld name="Footer">
    <p:spTree>
      <p:nvGrpSpPr>
        <p:cNvPr id="1" name="Shape 38"/>
        <p:cNvGrpSpPr/>
        <p:nvPr/>
      </p:nvGrpSpPr>
      <p:grpSpPr>
        <a:xfrm>
          <a:off x="0" y="0"/>
          <a:ext cx="0" cy="0"/>
          <a:chOff x="0" y="0"/>
          <a:chExt cx="0" cy="0"/>
        </a:xfrm>
      </p:grpSpPr>
      <p:pic>
        <p:nvPicPr>
          <p:cNvPr id="39" name="Google Shape;39;p25"/>
          <p:cNvPicPr preferRelativeResize="0"/>
          <p:nvPr/>
        </p:nvPicPr>
        <p:blipFill rotWithShape="1">
          <a:blip r:embed="rId2">
            <a:alphaModFix/>
          </a:blip>
          <a:srcRect t="62" b="62"/>
          <a:stretch/>
        </p:blipFill>
        <p:spPr>
          <a:xfrm>
            <a:off x="0" y="0"/>
            <a:ext cx="12192000" cy="6858000"/>
          </a:xfrm>
          <a:prstGeom prst="rect">
            <a:avLst/>
          </a:prstGeom>
          <a:noFill/>
          <a:ln>
            <a:noFill/>
          </a:ln>
        </p:spPr>
      </p:pic>
      <p:pic>
        <p:nvPicPr>
          <p:cNvPr id="40" name="Google Shape;40;p25"/>
          <p:cNvPicPr preferRelativeResize="0"/>
          <p:nvPr/>
        </p:nvPicPr>
        <p:blipFill rotWithShape="1">
          <a:blip r:embed="rId3">
            <a:alphaModFix/>
          </a:blip>
          <a:srcRect/>
          <a:stretch/>
        </p:blipFill>
        <p:spPr>
          <a:xfrm>
            <a:off x="1821432" y="582482"/>
            <a:ext cx="3187700" cy="508000"/>
          </a:xfrm>
          <a:prstGeom prst="rect">
            <a:avLst/>
          </a:prstGeom>
          <a:noFill/>
          <a:ln>
            <a:noFill/>
          </a:ln>
        </p:spPr>
      </p:pic>
      <p:cxnSp>
        <p:nvCxnSpPr>
          <p:cNvPr id="41" name="Google Shape;41;p25"/>
          <p:cNvCxnSpPr/>
          <p:nvPr/>
        </p:nvCxnSpPr>
        <p:spPr>
          <a:xfrm>
            <a:off x="985480" y="0"/>
            <a:ext cx="0" cy="6858000"/>
          </a:xfrm>
          <a:prstGeom prst="straightConnector1">
            <a:avLst/>
          </a:prstGeom>
          <a:noFill/>
          <a:ln w="9525" cap="flat" cmpd="sng">
            <a:solidFill>
              <a:schemeClr val="lt1">
                <a:alpha val="20000"/>
              </a:schemeClr>
            </a:solidFill>
            <a:prstDash val="solid"/>
            <a:miter lim="8000"/>
            <a:headEnd type="none" w="sm" len="sm"/>
            <a:tailEnd type="none" w="sm" len="sm"/>
          </a:ln>
        </p:spPr>
      </p:cxnSp>
      <p:sp>
        <p:nvSpPr>
          <p:cNvPr id="42" name="Google Shape;42;p25"/>
          <p:cNvSpPr txBox="1"/>
          <p:nvPr/>
        </p:nvSpPr>
        <p:spPr>
          <a:xfrm>
            <a:off x="11206520" y="582482"/>
            <a:ext cx="600271" cy="116955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06</a:t>
            </a:r>
            <a:endParaRPr/>
          </a:p>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a:t>
            </a:r>
            <a:endParaRPr/>
          </a:p>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06</a:t>
            </a:r>
            <a:endParaRPr/>
          </a:p>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a:t>
            </a:r>
            <a:endParaRPr/>
          </a:p>
          <a:p>
            <a:pPr marL="0" marR="0" lvl="0" indent="0" algn="ctr" rtl="0">
              <a:spcBef>
                <a:spcPts val="0"/>
              </a:spcBef>
              <a:spcAft>
                <a:spcPts val="0"/>
              </a:spcAft>
              <a:buNone/>
            </a:pPr>
            <a:r>
              <a:rPr lang="en-US" sz="1400" b="0" i="0" u="none" strike="noStrike" cap="none">
                <a:solidFill>
                  <a:schemeClr val="lt1"/>
                </a:solidFill>
                <a:latin typeface="Arial"/>
                <a:ea typeface="Arial"/>
                <a:cs typeface="Arial"/>
                <a:sym typeface="Arial"/>
              </a:rPr>
              <a:t>2023</a:t>
            </a:r>
            <a:endParaRPr/>
          </a:p>
        </p:txBody>
      </p:sp>
      <p:sp>
        <p:nvSpPr>
          <p:cNvPr id="43" name="Google Shape;43;p25"/>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lvl1pPr marL="0" lvl="0" indent="0" algn="ctr">
              <a:spcBef>
                <a:spcPts val="0"/>
              </a:spcBef>
              <a:buNone/>
              <a:defRPr sz="1000" b="0" i="0" u="none" strike="noStrike" cap="none">
                <a:solidFill>
                  <a:schemeClr val="dk1"/>
                </a:solidFill>
                <a:latin typeface="Arial"/>
                <a:ea typeface="Arial"/>
                <a:cs typeface="Arial"/>
                <a:sym typeface="Arial"/>
              </a:defRPr>
            </a:lvl1pPr>
            <a:lvl2pPr marL="0" lvl="1" indent="0" algn="ctr">
              <a:spcBef>
                <a:spcPts val="0"/>
              </a:spcBef>
              <a:buNone/>
              <a:defRPr sz="1000" b="0" i="0" u="none" strike="noStrike" cap="none">
                <a:solidFill>
                  <a:schemeClr val="dk1"/>
                </a:solidFill>
                <a:latin typeface="Arial"/>
                <a:ea typeface="Arial"/>
                <a:cs typeface="Arial"/>
                <a:sym typeface="Arial"/>
              </a:defRPr>
            </a:lvl2pPr>
            <a:lvl3pPr marL="0" lvl="2" indent="0" algn="ctr">
              <a:spcBef>
                <a:spcPts val="0"/>
              </a:spcBef>
              <a:buNone/>
              <a:defRPr sz="1000" b="0" i="0" u="none" strike="noStrike" cap="none">
                <a:solidFill>
                  <a:schemeClr val="dk1"/>
                </a:solidFill>
                <a:latin typeface="Arial"/>
                <a:ea typeface="Arial"/>
                <a:cs typeface="Arial"/>
                <a:sym typeface="Arial"/>
              </a:defRPr>
            </a:lvl3pPr>
            <a:lvl4pPr marL="0" lvl="3" indent="0" algn="ctr">
              <a:spcBef>
                <a:spcPts val="0"/>
              </a:spcBef>
              <a:buNone/>
              <a:defRPr sz="1000" b="0" i="0" u="none" strike="noStrike" cap="none">
                <a:solidFill>
                  <a:schemeClr val="dk1"/>
                </a:solidFill>
                <a:latin typeface="Arial"/>
                <a:ea typeface="Arial"/>
                <a:cs typeface="Arial"/>
                <a:sym typeface="Arial"/>
              </a:defRPr>
            </a:lvl4pPr>
            <a:lvl5pPr marL="0" lvl="4" indent="0" algn="ctr">
              <a:spcBef>
                <a:spcPts val="0"/>
              </a:spcBef>
              <a:buNone/>
              <a:defRPr sz="1000" b="0" i="0" u="none" strike="noStrike" cap="none">
                <a:solidFill>
                  <a:schemeClr val="dk1"/>
                </a:solidFill>
                <a:latin typeface="Arial"/>
                <a:ea typeface="Arial"/>
                <a:cs typeface="Arial"/>
                <a:sym typeface="Arial"/>
              </a:defRPr>
            </a:lvl5pPr>
            <a:lvl6pPr marL="0" lvl="5" indent="0" algn="ctr">
              <a:spcBef>
                <a:spcPts val="0"/>
              </a:spcBef>
              <a:buNone/>
              <a:defRPr sz="1000" b="0" i="0" u="none" strike="noStrike" cap="none">
                <a:solidFill>
                  <a:schemeClr val="dk1"/>
                </a:solidFill>
                <a:latin typeface="Arial"/>
                <a:ea typeface="Arial"/>
                <a:cs typeface="Arial"/>
                <a:sym typeface="Arial"/>
              </a:defRPr>
            </a:lvl6pPr>
            <a:lvl7pPr marL="0" lvl="6" indent="0" algn="ctr">
              <a:spcBef>
                <a:spcPts val="0"/>
              </a:spcBef>
              <a:buNone/>
              <a:defRPr sz="1000" b="0" i="0" u="none" strike="noStrike" cap="none">
                <a:solidFill>
                  <a:schemeClr val="dk1"/>
                </a:solidFill>
                <a:latin typeface="Arial"/>
                <a:ea typeface="Arial"/>
                <a:cs typeface="Arial"/>
                <a:sym typeface="Arial"/>
              </a:defRPr>
            </a:lvl7pPr>
            <a:lvl8pPr marL="0" lvl="7" indent="0" algn="ctr">
              <a:spcBef>
                <a:spcPts val="0"/>
              </a:spcBef>
              <a:buNone/>
              <a:defRPr sz="1000" b="0" i="0" u="none" strike="noStrike" cap="none">
                <a:solidFill>
                  <a:schemeClr val="dk1"/>
                </a:solidFill>
                <a:latin typeface="Arial"/>
                <a:ea typeface="Arial"/>
                <a:cs typeface="Arial"/>
                <a:sym typeface="Arial"/>
              </a:defRPr>
            </a:lvl8pPr>
            <a:lvl9pPr marL="0" lvl="8" indent="0" algn="ctr">
              <a:spcBef>
                <a:spcPts val="0"/>
              </a:spcBef>
              <a:buNone/>
              <a:defRPr sz="10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44" name="Google Shape;44;p25"/>
          <p:cNvSpPr txBox="1">
            <a:spLocks noGrp="1"/>
          </p:cNvSpPr>
          <p:nvPr>
            <p:ph type="title"/>
          </p:nvPr>
        </p:nvSpPr>
        <p:spPr>
          <a:xfrm>
            <a:off x="1488278" y="3316015"/>
            <a:ext cx="5100462" cy="2877395"/>
          </a:xfrm>
          <a:prstGeom prst="rect">
            <a:avLst/>
          </a:prstGeom>
          <a:noFill/>
          <a:ln>
            <a:noFill/>
          </a:ln>
        </p:spPr>
        <p:txBody>
          <a:bodyPr spcFirstLastPara="1" wrap="square" lIns="0" tIns="192000" rIns="0" bIns="0" anchor="t" anchorCtr="0">
            <a:noAutofit/>
          </a:bodyPr>
          <a:lstStyle>
            <a:lvl1pPr lvl="0" algn="l">
              <a:lnSpc>
                <a:spcPct val="80000"/>
              </a:lnSpc>
              <a:spcBef>
                <a:spcPts val="0"/>
              </a:spcBef>
              <a:spcAft>
                <a:spcPts val="0"/>
              </a:spcAft>
              <a:buClr>
                <a:schemeClr val="lt1"/>
              </a:buClr>
              <a:buSzPts val="5500"/>
              <a:buFont typeface="Arial"/>
              <a:buNone/>
              <a:defRPr sz="5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rt_1">
  <p:cSld name="Chart_1">
    <p:spTree>
      <p:nvGrpSpPr>
        <p:cNvPr id="1" name="Shape 45"/>
        <p:cNvGrpSpPr/>
        <p:nvPr/>
      </p:nvGrpSpPr>
      <p:grpSpPr>
        <a:xfrm>
          <a:off x="0" y="0"/>
          <a:ext cx="0" cy="0"/>
          <a:chOff x="0" y="0"/>
          <a:chExt cx="0" cy="0"/>
        </a:xfrm>
      </p:grpSpPr>
      <p:sp>
        <p:nvSpPr>
          <p:cNvPr id="46" name="Google Shape;46;p26"/>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7" name="Google Shape;47;p26"/>
          <p:cNvSpPr txBox="1">
            <a:spLocks noGrp="1"/>
          </p:cNvSpPr>
          <p:nvPr>
            <p:ph type="title"/>
          </p:nvPr>
        </p:nvSpPr>
        <p:spPr>
          <a:xfrm>
            <a:off x="1866900" y="491105"/>
            <a:ext cx="4229100" cy="1621619"/>
          </a:xfrm>
          <a:prstGeom prst="rect">
            <a:avLst/>
          </a:prstGeom>
          <a:noFill/>
          <a:ln>
            <a:noFill/>
          </a:ln>
        </p:spPr>
        <p:txBody>
          <a:bodyPr spcFirstLastPara="1" wrap="square" lIns="0" tIns="19200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48" name="Google Shape;48;p26"/>
          <p:cNvGraphicFramePr/>
          <p:nvPr/>
        </p:nvGraphicFramePr>
        <p:xfrm>
          <a:off x="1429734" y="2336572"/>
          <a:ext cx="2722636" cy="2152650"/>
        </p:xfrm>
        <a:graphic>
          <a:graphicData uri="http://schemas.openxmlformats.org/drawingml/2006/chart">
            <c:chart xmlns:c="http://schemas.openxmlformats.org/drawingml/2006/chart" xmlns:r="http://schemas.openxmlformats.org/officeDocument/2006/relationships" r:id="rId2"/>
          </a:graphicData>
        </a:graphic>
      </p:graphicFrame>
      <p:sp>
        <p:nvSpPr>
          <p:cNvPr id="49" name="Google Shape;49;p26"/>
          <p:cNvSpPr txBox="1"/>
          <p:nvPr/>
        </p:nvSpPr>
        <p:spPr>
          <a:xfrm>
            <a:off x="2208592" y="3143019"/>
            <a:ext cx="1164908" cy="523874"/>
          </a:xfrm>
          <a:prstGeom prst="rect">
            <a:avLst/>
          </a:prstGeom>
          <a:noFill/>
          <a:ln>
            <a:noFill/>
          </a:ln>
        </p:spPr>
        <p:txBody>
          <a:bodyPr spcFirstLastPara="1" wrap="square" lIns="91425" tIns="0" rIns="91425" bIns="45700" anchor="ctr" anchorCtr="0">
            <a:noAutofit/>
          </a:bodyPr>
          <a:lstStyle/>
          <a:p>
            <a:pPr marL="0" marR="0" lvl="0" indent="0" algn="ctr" rtl="0">
              <a:lnSpc>
                <a:spcPct val="145000"/>
              </a:lnSpc>
              <a:spcBef>
                <a:spcPts val="0"/>
              </a:spcBef>
              <a:spcAft>
                <a:spcPts val="0"/>
              </a:spcAft>
              <a:buClr>
                <a:schemeClr val="dk1"/>
              </a:buClr>
              <a:buSzPts val="2800"/>
              <a:buFont typeface="Arial"/>
              <a:buNone/>
            </a:pPr>
            <a:r>
              <a:rPr lang="en-US" sz="2800" b="1" i="0" u="none" strike="noStrike" cap="none">
                <a:solidFill>
                  <a:schemeClr val="dk1"/>
                </a:solidFill>
                <a:latin typeface="Montserrat"/>
                <a:ea typeface="Montserrat"/>
                <a:cs typeface="Montserrat"/>
                <a:sym typeface="Montserrat"/>
              </a:rPr>
              <a:t>50%</a:t>
            </a:r>
            <a:endParaRPr/>
          </a:p>
        </p:txBody>
      </p:sp>
      <p:graphicFrame>
        <p:nvGraphicFramePr>
          <p:cNvPr id="50" name="Google Shape;50;p26"/>
          <p:cNvGraphicFramePr/>
          <p:nvPr/>
        </p:nvGraphicFramePr>
        <p:xfrm>
          <a:off x="3987542" y="2336572"/>
          <a:ext cx="2722636" cy="2152650"/>
        </p:xfrm>
        <a:graphic>
          <a:graphicData uri="http://schemas.openxmlformats.org/drawingml/2006/chart">
            <c:chart xmlns:c="http://schemas.openxmlformats.org/drawingml/2006/chart" xmlns:r="http://schemas.openxmlformats.org/officeDocument/2006/relationships" r:id="rId3"/>
          </a:graphicData>
        </a:graphic>
      </p:graphicFrame>
      <p:sp>
        <p:nvSpPr>
          <p:cNvPr id="51" name="Google Shape;51;p26"/>
          <p:cNvSpPr txBox="1"/>
          <p:nvPr/>
        </p:nvSpPr>
        <p:spPr>
          <a:xfrm>
            <a:off x="4766401" y="3143019"/>
            <a:ext cx="1164908" cy="523874"/>
          </a:xfrm>
          <a:prstGeom prst="rect">
            <a:avLst/>
          </a:prstGeom>
          <a:noFill/>
          <a:ln>
            <a:noFill/>
          </a:ln>
        </p:spPr>
        <p:txBody>
          <a:bodyPr spcFirstLastPara="1" wrap="square" lIns="91425" tIns="0" rIns="91425" bIns="45700" anchor="ctr" anchorCtr="0">
            <a:noAutofit/>
          </a:bodyPr>
          <a:lstStyle/>
          <a:p>
            <a:pPr marL="0" marR="0" lvl="0" indent="0" algn="ctr" rtl="0">
              <a:lnSpc>
                <a:spcPct val="145000"/>
              </a:lnSpc>
              <a:spcBef>
                <a:spcPts val="0"/>
              </a:spcBef>
              <a:spcAft>
                <a:spcPts val="0"/>
              </a:spcAft>
              <a:buClr>
                <a:schemeClr val="dk1"/>
              </a:buClr>
              <a:buSzPts val="2800"/>
              <a:buFont typeface="Arial"/>
              <a:buNone/>
            </a:pPr>
            <a:r>
              <a:rPr lang="en-US" sz="2800" b="1" i="0" u="none" strike="noStrike" cap="none">
                <a:solidFill>
                  <a:schemeClr val="dk1"/>
                </a:solidFill>
                <a:latin typeface="Montserrat"/>
                <a:ea typeface="Montserrat"/>
                <a:cs typeface="Montserrat"/>
                <a:sym typeface="Montserrat"/>
              </a:rPr>
              <a:t>30%</a:t>
            </a:r>
            <a:endParaRPr sz="2800" b="1" i="0" u="none" strike="noStrike" cap="none">
              <a:solidFill>
                <a:schemeClr val="dk1"/>
              </a:solidFill>
              <a:latin typeface="Montserrat"/>
              <a:ea typeface="Montserrat"/>
              <a:cs typeface="Montserrat"/>
              <a:sym typeface="Montserrat"/>
            </a:endParaRPr>
          </a:p>
        </p:txBody>
      </p:sp>
      <p:graphicFrame>
        <p:nvGraphicFramePr>
          <p:cNvPr id="52" name="Google Shape;52;p26"/>
          <p:cNvGraphicFramePr/>
          <p:nvPr/>
        </p:nvGraphicFramePr>
        <p:xfrm>
          <a:off x="6565547" y="2336572"/>
          <a:ext cx="2722636" cy="2152650"/>
        </p:xfrm>
        <a:graphic>
          <a:graphicData uri="http://schemas.openxmlformats.org/drawingml/2006/chart">
            <c:chart xmlns:c="http://schemas.openxmlformats.org/drawingml/2006/chart" xmlns:r="http://schemas.openxmlformats.org/officeDocument/2006/relationships" r:id="rId4"/>
          </a:graphicData>
        </a:graphic>
      </p:graphicFrame>
      <p:sp>
        <p:nvSpPr>
          <p:cNvPr id="53" name="Google Shape;53;p26"/>
          <p:cNvSpPr txBox="1"/>
          <p:nvPr/>
        </p:nvSpPr>
        <p:spPr>
          <a:xfrm>
            <a:off x="7344406" y="3143019"/>
            <a:ext cx="1164908" cy="523874"/>
          </a:xfrm>
          <a:prstGeom prst="rect">
            <a:avLst/>
          </a:prstGeom>
          <a:noFill/>
          <a:ln>
            <a:noFill/>
          </a:ln>
        </p:spPr>
        <p:txBody>
          <a:bodyPr spcFirstLastPara="1" wrap="square" lIns="91425" tIns="0" rIns="91425" bIns="45700" anchor="ctr" anchorCtr="0">
            <a:noAutofit/>
          </a:bodyPr>
          <a:lstStyle/>
          <a:p>
            <a:pPr marL="0" marR="0" lvl="0" indent="0" algn="ctr" rtl="0">
              <a:lnSpc>
                <a:spcPct val="145000"/>
              </a:lnSpc>
              <a:spcBef>
                <a:spcPts val="0"/>
              </a:spcBef>
              <a:spcAft>
                <a:spcPts val="0"/>
              </a:spcAft>
              <a:buClr>
                <a:schemeClr val="dk1"/>
              </a:buClr>
              <a:buSzPts val="2800"/>
              <a:buFont typeface="Arial"/>
              <a:buNone/>
            </a:pPr>
            <a:r>
              <a:rPr lang="en-US" sz="2800" b="1" i="0" u="none" strike="noStrike" cap="none">
                <a:solidFill>
                  <a:schemeClr val="dk1"/>
                </a:solidFill>
                <a:latin typeface="Montserrat"/>
                <a:ea typeface="Montserrat"/>
                <a:cs typeface="Montserrat"/>
                <a:sym typeface="Montserrat"/>
              </a:rPr>
              <a:t>10%</a:t>
            </a:r>
            <a:endParaRPr sz="2800" b="1" i="0" u="none" strike="noStrike" cap="none">
              <a:solidFill>
                <a:schemeClr val="dk1"/>
              </a:solidFill>
              <a:latin typeface="Montserrat"/>
              <a:ea typeface="Montserrat"/>
              <a:cs typeface="Montserrat"/>
              <a:sym typeface="Montserrat"/>
            </a:endParaRPr>
          </a:p>
        </p:txBody>
      </p:sp>
      <p:graphicFrame>
        <p:nvGraphicFramePr>
          <p:cNvPr id="54" name="Google Shape;54;p26"/>
          <p:cNvGraphicFramePr/>
          <p:nvPr/>
        </p:nvGraphicFramePr>
        <p:xfrm>
          <a:off x="9144363" y="2336572"/>
          <a:ext cx="2722636" cy="2152650"/>
        </p:xfrm>
        <a:graphic>
          <a:graphicData uri="http://schemas.openxmlformats.org/drawingml/2006/chart">
            <c:chart xmlns:c="http://schemas.openxmlformats.org/drawingml/2006/chart" xmlns:r="http://schemas.openxmlformats.org/officeDocument/2006/relationships" r:id="rId5"/>
          </a:graphicData>
        </a:graphic>
      </p:graphicFrame>
      <p:sp>
        <p:nvSpPr>
          <p:cNvPr id="55" name="Google Shape;55;p26"/>
          <p:cNvSpPr txBox="1"/>
          <p:nvPr/>
        </p:nvSpPr>
        <p:spPr>
          <a:xfrm>
            <a:off x="9923222" y="3143019"/>
            <a:ext cx="1164908" cy="523874"/>
          </a:xfrm>
          <a:prstGeom prst="rect">
            <a:avLst/>
          </a:prstGeom>
          <a:noFill/>
          <a:ln>
            <a:noFill/>
          </a:ln>
        </p:spPr>
        <p:txBody>
          <a:bodyPr spcFirstLastPara="1" wrap="square" lIns="91425" tIns="0" rIns="91425" bIns="45700" anchor="ctr" anchorCtr="0">
            <a:noAutofit/>
          </a:bodyPr>
          <a:lstStyle/>
          <a:p>
            <a:pPr marL="0" marR="0" lvl="0" indent="0" algn="ctr" rtl="0">
              <a:lnSpc>
                <a:spcPct val="145000"/>
              </a:lnSpc>
              <a:spcBef>
                <a:spcPts val="0"/>
              </a:spcBef>
              <a:spcAft>
                <a:spcPts val="0"/>
              </a:spcAft>
              <a:buClr>
                <a:schemeClr val="dk1"/>
              </a:buClr>
              <a:buSzPts val="2800"/>
              <a:buFont typeface="Arial"/>
              <a:buNone/>
            </a:pPr>
            <a:r>
              <a:rPr lang="en-US" sz="2800" b="1" i="0" u="none" strike="noStrike" cap="none">
                <a:solidFill>
                  <a:schemeClr val="dk1"/>
                </a:solidFill>
                <a:latin typeface="Montserrat"/>
                <a:ea typeface="Montserrat"/>
                <a:cs typeface="Montserrat"/>
                <a:sym typeface="Montserrat"/>
              </a:rPr>
              <a:t>20%</a:t>
            </a:r>
            <a:endParaRPr sz="2800" b="1" i="0" u="none" strike="noStrike" cap="none">
              <a:solidFill>
                <a:schemeClr val="dk1"/>
              </a:solidFill>
              <a:latin typeface="Montserrat"/>
              <a:ea typeface="Montserrat"/>
              <a:cs typeface="Montserrat"/>
              <a:sym typeface="Montserrat"/>
            </a:endParaRPr>
          </a:p>
        </p:txBody>
      </p:sp>
      <p:sp>
        <p:nvSpPr>
          <p:cNvPr id="56" name="Google Shape;56;p26"/>
          <p:cNvSpPr txBox="1"/>
          <p:nvPr/>
        </p:nvSpPr>
        <p:spPr>
          <a:xfrm>
            <a:off x="1866900" y="4713070"/>
            <a:ext cx="2153165" cy="235449"/>
          </a:xfrm>
          <a:prstGeom prst="rect">
            <a:avLst/>
          </a:prstGeom>
          <a:noFill/>
          <a:ln>
            <a:noFill/>
          </a:ln>
        </p:spPr>
        <p:txBody>
          <a:bodyPr spcFirstLastPara="1" wrap="square" lIns="0" tIns="45700" rIns="0" bIns="45700" anchor="t" anchorCtr="0">
            <a:spAutoFit/>
          </a:bodyPr>
          <a:lstStyle/>
          <a:p>
            <a:pPr marL="0" marR="0" lvl="0" indent="0" algn="ctr" rtl="0">
              <a:lnSpc>
                <a:spcPct val="70000"/>
              </a:lnSpc>
              <a:spcBef>
                <a:spcPts val="0"/>
              </a:spcBef>
              <a:spcAft>
                <a:spcPts val="0"/>
              </a:spcAft>
              <a:buNone/>
            </a:pPr>
            <a:r>
              <a:rPr lang="en-US" sz="1200" b="0" i="0" u="none" strike="noStrike" cap="none">
                <a:solidFill>
                  <a:schemeClr val="dk1"/>
                </a:solidFill>
                <a:latin typeface="Arial"/>
                <a:ea typeface="Arial"/>
                <a:cs typeface="Arial"/>
                <a:sym typeface="Arial"/>
              </a:rPr>
              <a:t>CHART TITLE HERE</a:t>
            </a:r>
            <a:endParaRPr sz="1200" b="0" i="0" u="none" strike="noStrike" cap="none">
              <a:solidFill>
                <a:schemeClr val="accent1"/>
              </a:solidFill>
              <a:latin typeface="Arial"/>
              <a:ea typeface="Arial"/>
              <a:cs typeface="Arial"/>
              <a:sym typeface="Arial"/>
            </a:endParaRPr>
          </a:p>
        </p:txBody>
      </p:sp>
      <p:sp>
        <p:nvSpPr>
          <p:cNvPr id="57" name="Google Shape;57;p26"/>
          <p:cNvSpPr txBox="1"/>
          <p:nvPr/>
        </p:nvSpPr>
        <p:spPr>
          <a:xfrm>
            <a:off x="1866901" y="4993861"/>
            <a:ext cx="2120642" cy="646331"/>
          </a:xfrm>
          <a:prstGeom prst="rect">
            <a:avLst/>
          </a:prstGeom>
          <a:noFill/>
          <a:ln>
            <a:noFill/>
          </a:ln>
        </p:spPr>
        <p:txBody>
          <a:bodyPr spcFirstLastPara="1" wrap="square" lIns="0" tIns="45700" rIns="0" bIns="45700" anchor="t" anchorCtr="0">
            <a:spAutoFit/>
          </a:bodyPr>
          <a:lstStyle/>
          <a:p>
            <a:pPr marL="0" marR="0" lvl="0" indent="0" algn="ctr" rtl="0">
              <a:lnSpc>
                <a:spcPct val="120000"/>
              </a:lnSpc>
              <a:spcBef>
                <a:spcPts val="0"/>
              </a:spcBef>
              <a:spcAft>
                <a:spcPts val="0"/>
              </a:spcAft>
              <a:buNone/>
            </a:pPr>
            <a:r>
              <a:rPr lang="en-US" sz="1000" b="0" i="0" u="none" strike="noStrike" cap="none">
                <a:solidFill>
                  <a:schemeClr val="dk1"/>
                </a:solidFill>
                <a:latin typeface="Arial"/>
                <a:ea typeface="Arial"/>
                <a:cs typeface="Arial"/>
                <a:sym typeface="Arial"/>
              </a:rPr>
              <a:t>There are many variations of passages of Lorem Ipsum available, but the majority have.</a:t>
            </a:r>
            <a:endParaRPr/>
          </a:p>
        </p:txBody>
      </p:sp>
      <p:sp>
        <p:nvSpPr>
          <p:cNvPr id="58" name="Google Shape;58;p26"/>
          <p:cNvSpPr txBox="1"/>
          <p:nvPr/>
        </p:nvSpPr>
        <p:spPr>
          <a:xfrm>
            <a:off x="4445334" y="4713070"/>
            <a:ext cx="2153165" cy="235449"/>
          </a:xfrm>
          <a:prstGeom prst="rect">
            <a:avLst/>
          </a:prstGeom>
          <a:noFill/>
          <a:ln>
            <a:noFill/>
          </a:ln>
        </p:spPr>
        <p:txBody>
          <a:bodyPr spcFirstLastPara="1" wrap="square" lIns="0" tIns="45700" rIns="0" bIns="45700" anchor="t" anchorCtr="0">
            <a:spAutoFit/>
          </a:bodyPr>
          <a:lstStyle/>
          <a:p>
            <a:pPr marL="0" marR="0" lvl="0" indent="0" algn="ctr" rtl="0">
              <a:lnSpc>
                <a:spcPct val="70000"/>
              </a:lnSpc>
              <a:spcBef>
                <a:spcPts val="0"/>
              </a:spcBef>
              <a:spcAft>
                <a:spcPts val="0"/>
              </a:spcAft>
              <a:buNone/>
            </a:pPr>
            <a:r>
              <a:rPr lang="en-US" sz="1200" b="0" i="0" u="none" strike="noStrike" cap="none">
                <a:solidFill>
                  <a:schemeClr val="dk1"/>
                </a:solidFill>
                <a:latin typeface="Arial"/>
                <a:ea typeface="Arial"/>
                <a:cs typeface="Arial"/>
                <a:sym typeface="Arial"/>
              </a:rPr>
              <a:t>CHART TITLE HERE</a:t>
            </a:r>
            <a:endParaRPr sz="1200" b="0" i="0" u="none" strike="noStrike" cap="none">
              <a:solidFill>
                <a:schemeClr val="accent1"/>
              </a:solidFill>
              <a:latin typeface="Arial"/>
              <a:ea typeface="Arial"/>
              <a:cs typeface="Arial"/>
              <a:sym typeface="Arial"/>
            </a:endParaRPr>
          </a:p>
        </p:txBody>
      </p:sp>
      <p:sp>
        <p:nvSpPr>
          <p:cNvPr id="59" name="Google Shape;59;p26"/>
          <p:cNvSpPr txBox="1"/>
          <p:nvPr/>
        </p:nvSpPr>
        <p:spPr>
          <a:xfrm>
            <a:off x="4445335" y="4993861"/>
            <a:ext cx="2120642" cy="646331"/>
          </a:xfrm>
          <a:prstGeom prst="rect">
            <a:avLst/>
          </a:prstGeom>
          <a:noFill/>
          <a:ln>
            <a:noFill/>
          </a:ln>
        </p:spPr>
        <p:txBody>
          <a:bodyPr spcFirstLastPara="1" wrap="square" lIns="0" tIns="45700" rIns="0" bIns="45700" anchor="t" anchorCtr="0">
            <a:spAutoFit/>
          </a:bodyPr>
          <a:lstStyle/>
          <a:p>
            <a:pPr marL="0" marR="0" lvl="0" indent="0" algn="ctr" rtl="0">
              <a:lnSpc>
                <a:spcPct val="120000"/>
              </a:lnSpc>
              <a:spcBef>
                <a:spcPts val="0"/>
              </a:spcBef>
              <a:spcAft>
                <a:spcPts val="0"/>
              </a:spcAft>
              <a:buNone/>
            </a:pPr>
            <a:r>
              <a:rPr lang="en-US" sz="1000" b="0" i="0" u="none" strike="noStrike" cap="none">
                <a:solidFill>
                  <a:schemeClr val="dk1"/>
                </a:solidFill>
                <a:latin typeface="Arial"/>
                <a:ea typeface="Arial"/>
                <a:cs typeface="Arial"/>
                <a:sym typeface="Arial"/>
              </a:rPr>
              <a:t>There are many variations of passages of Lorem Ipsum available, but the majority have.</a:t>
            </a:r>
            <a:endParaRPr/>
          </a:p>
        </p:txBody>
      </p:sp>
      <p:sp>
        <p:nvSpPr>
          <p:cNvPr id="60" name="Google Shape;60;p26"/>
          <p:cNvSpPr txBox="1"/>
          <p:nvPr/>
        </p:nvSpPr>
        <p:spPr>
          <a:xfrm>
            <a:off x="7023768" y="4713070"/>
            <a:ext cx="2153165" cy="235449"/>
          </a:xfrm>
          <a:prstGeom prst="rect">
            <a:avLst/>
          </a:prstGeom>
          <a:noFill/>
          <a:ln>
            <a:noFill/>
          </a:ln>
        </p:spPr>
        <p:txBody>
          <a:bodyPr spcFirstLastPara="1" wrap="square" lIns="0" tIns="45700" rIns="0" bIns="45700" anchor="t" anchorCtr="0">
            <a:spAutoFit/>
          </a:bodyPr>
          <a:lstStyle/>
          <a:p>
            <a:pPr marL="0" marR="0" lvl="0" indent="0" algn="ctr" rtl="0">
              <a:lnSpc>
                <a:spcPct val="70000"/>
              </a:lnSpc>
              <a:spcBef>
                <a:spcPts val="0"/>
              </a:spcBef>
              <a:spcAft>
                <a:spcPts val="0"/>
              </a:spcAft>
              <a:buNone/>
            </a:pPr>
            <a:r>
              <a:rPr lang="en-US" sz="1200" b="0" i="0" u="none" strike="noStrike" cap="none">
                <a:solidFill>
                  <a:schemeClr val="dk1"/>
                </a:solidFill>
                <a:latin typeface="Arial"/>
                <a:ea typeface="Arial"/>
                <a:cs typeface="Arial"/>
                <a:sym typeface="Arial"/>
              </a:rPr>
              <a:t>CHART TITLE HERE</a:t>
            </a:r>
            <a:endParaRPr sz="1200" b="0" i="0" u="none" strike="noStrike" cap="none">
              <a:solidFill>
                <a:schemeClr val="accent1"/>
              </a:solidFill>
              <a:latin typeface="Arial"/>
              <a:ea typeface="Arial"/>
              <a:cs typeface="Arial"/>
              <a:sym typeface="Arial"/>
            </a:endParaRPr>
          </a:p>
        </p:txBody>
      </p:sp>
      <p:sp>
        <p:nvSpPr>
          <p:cNvPr id="61" name="Google Shape;61;p26"/>
          <p:cNvSpPr txBox="1"/>
          <p:nvPr/>
        </p:nvSpPr>
        <p:spPr>
          <a:xfrm>
            <a:off x="7023769" y="4993861"/>
            <a:ext cx="2120642" cy="646331"/>
          </a:xfrm>
          <a:prstGeom prst="rect">
            <a:avLst/>
          </a:prstGeom>
          <a:noFill/>
          <a:ln>
            <a:noFill/>
          </a:ln>
        </p:spPr>
        <p:txBody>
          <a:bodyPr spcFirstLastPara="1" wrap="square" lIns="0" tIns="45700" rIns="0" bIns="45700" anchor="t" anchorCtr="0">
            <a:spAutoFit/>
          </a:bodyPr>
          <a:lstStyle/>
          <a:p>
            <a:pPr marL="0" marR="0" lvl="0" indent="0" algn="ctr" rtl="0">
              <a:lnSpc>
                <a:spcPct val="120000"/>
              </a:lnSpc>
              <a:spcBef>
                <a:spcPts val="0"/>
              </a:spcBef>
              <a:spcAft>
                <a:spcPts val="0"/>
              </a:spcAft>
              <a:buNone/>
            </a:pPr>
            <a:r>
              <a:rPr lang="en-US" sz="1000" b="0" i="0" u="none" strike="noStrike" cap="none">
                <a:solidFill>
                  <a:schemeClr val="dk1"/>
                </a:solidFill>
                <a:latin typeface="Arial"/>
                <a:ea typeface="Arial"/>
                <a:cs typeface="Arial"/>
                <a:sym typeface="Arial"/>
              </a:rPr>
              <a:t>There are many variations of passages of Lorem Ipsum available, but the majority have.</a:t>
            </a:r>
            <a:endParaRPr/>
          </a:p>
        </p:txBody>
      </p:sp>
      <p:sp>
        <p:nvSpPr>
          <p:cNvPr id="62" name="Google Shape;62;p26"/>
          <p:cNvSpPr txBox="1"/>
          <p:nvPr/>
        </p:nvSpPr>
        <p:spPr>
          <a:xfrm>
            <a:off x="9602202" y="4713070"/>
            <a:ext cx="2153165" cy="235449"/>
          </a:xfrm>
          <a:prstGeom prst="rect">
            <a:avLst/>
          </a:prstGeom>
          <a:noFill/>
          <a:ln>
            <a:noFill/>
          </a:ln>
        </p:spPr>
        <p:txBody>
          <a:bodyPr spcFirstLastPara="1" wrap="square" lIns="0" tIns="45700" rIns="0" bIns="45700" anchor="t" anchorCtr="0">
            <a:spAutoFit/>
          </a:bodyPr>
          <a:lstStyle/>
          <a:p>
            <a:pPr marL="0" marR="0" lvl="0" indent="0" algn="ctr" rtl="0">
              <a:lnSpc>
                <a:spcPct val="70000"/>
              </a:lnSpc>
              <a:spcBef>
                <a:spcPts val="0"/>
              </a:spcBef>
              <a:spcAft>
                <a:spcPts val="0"/>
              </a:spcAft>
              <a:buNone/>
            </a:pPr>
            <a:r>
              <a:rPr lang="en-US" sz="1200" b="0" i="0" u="none" strike="noStrike" cap="none">
                <a:solidFill>
                  <a:schemeClr val="dk1"/>
                </a:solidFill>
                <a:latin typeface="Arial"/>
                <a:ea typeface="Arial"/>
                <a:cs typeface="Arial"/>
                <a:sym typeface="Arial"/>
              </a:rPr>
              <a:t>CHART TITLE HERE</a:t>
            </a:r>
            <a:endParaRPr sz="1200" b="0" i="0" u="none" strike="noStrike" cap="none">
              <a:solidFill>
                <a:schemeClr val="accent1"/>
              </a:solidFill>
              <a:latin typeface="Arial"/>
              <a:ea typeface="Arial"/>
              <a:cs typeface="Arial"/>
              <a:sym typeface="Arial"/>
            </a:endParaRPr>
          </a:p>
        </p:txBody>
      </p:sp>
      <p:sp>
        <p:nvSpPr>
          <p:cNvPr id="63" name="Google Shape;63;p26"/>
          <p:cNvSpPr txBox="1"/>
          <p:nvPr/>
        </p:nvSpPr>
        <p:spPr>
          <a:xfrm>
            <a:off x="9602203" y="4993861"/>
            <a:ext cx="2120642" cy="646331"/>
          </a:xfrm>
          <a:prstGeom prst="rect">
            <a:avLst/>
          </a:prstGeom>
          <a:noFill/>
          <a:ln>
            <a:noFill/>
          </a:ln>
        </p:spPr>
        <p:txBody>
          <a:bodyPr spcFirstLastPara="1" wrap="square" lIns="0" tIns="45700" rIns="0" bIns="45700" anchor="t" anchorCtr="0">
            <a:spAutoFit/>
          </a:bodyPr>
          <a:lstStyle/>
          <a:p>
            <a:pPr marL="0" marR="0" lvl="0" indent="0" algn="ctr" rtl="0">
              <a:lnSpc>
                <a:spcPct val="120000"/>
              </a:lnSpc>
              <a:spcBef>
                <a:spcPts val="0"/>
              </a:spcBef>
              <a:spcAft>
                <a:spcPts val="0"/>
              </a:spcAft>
              <a:buNone/>
            </a:pPr>
            <a:r>
              <a:rPr lang="en-US" sz="1000" b="0" i="0" u="none" strike="noStrike" cap="none">
                <a:solidFill>
                  <a:schemeClr val="dk1"/>
                </a:solidFill>
                <a:latin typeface="Arial"/>
                <a:ea typeface="Arial"/>
                <a:cs typeface="Arial"/>
                <a:sym typeface="Arial"/>
              </a:rPr>
              <a:t>There are many variations of passages of Lorem Ipsum available, but the majority have.</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hart_2">
  <p:cSld name="Chart_2">
    <p:spTree>
      <p:nvGrpSpPr>
        <p:cNvPr id="1" name="Shape 64"/>
        <p:cNvGrpSpPr/>
        <p:nvPr/>
      </p:nvGrpSpPr>
      <p:grpSpPr>
        <a:xfrm>
          <a:off x="0" y="0"/>
          <a:ext cx="0" cy="0"/>
          <a:chOff x="0" y="0"/>
          <a:chExt cx="0" cy="0"/>
        </a:xfrm>
      </p:grpSpPr>
      <p:sp>
        <p:nvSpPr>
          <p:cNvPr id="65" name="Google Shape;65;p27"/>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66" name="Google Shape;66;p27"/>
          <p:cNvGraphicFramePr/>
          <p:nvPr/>
        </p:nvGraphicFramePr>
        <p:xfrm>
          <a:off x="1714876" y="3372573"/>
          <a:ext cx="4533148" cy="2937895"/>
        </p:xfrm>
        <a:graphic>
          <a:graphicData uri="http://schemas.openxmlformats.org/drawingml/2006/chart">
            <c:chart xmlns:c="http://schemas.openxmlformats.org/drawingml/2006/chart" xmlns:r="http://schemas.openxmlformats.org/officeDocument/2006/relationships" r:id="rId2"/>
          </a:graphicData>
        </a:graphic>
      </p:graphicFrame>
      <p:sp>
        <p:nvSpPr>
          <p:cNvPr id="67" name="Google Shape;67;p27"/>
          <p:cNvSpPr txBox="1">
            <a:spLocks noGrp="1"/>
          </p:cNvSpPr>
          <p:nvPr>
            <p:ph type="title"/>
          </p:nvPr>
        </p:nvSpPr>
        <p:spPr>
          <a:xfrm>
            <a:off x="1866900" y="491105"/>
            <a:ext cx="4229100" cy="1621619"/>
          </a:xfrm>
          <a:prstGeom prst="rect">
            <a:avLst/>
          </a:prstGeom>
          <a:noFill/>
          <a:ln>
            <a:noFill/>
          </a:ln>
        </p:spPr>
        <p:txBody>
          <a:bodyPr spcFirstLastPara="1" wrap="square" lIns="0" tIns="19200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68" name="Google Shape;68;p27"/>
          <p:cNvGraphicFramePr/>
          <p:nvPr/>
        </p:nvGraphicFramePr>
        <p:xfrm>
          <a:off x="1577010" y="1331619"/>
          <a:ext cx="5014146" cy="18255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9" name="Google Shape;69;p27"/>
          <p:cNvGraphicFramePr/>
          <p:nvPr/>
        </p:nvGraphicFramePr>
        <p:xfrm>
          <a:off x="7087352" y="3428999"/>
          <a:ext cx="4533148" cy="2881469"/>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1866900" y="994934"/>
            <a:ext cx="9753600" cy="1487862"/>
          </a:xfrm>
          <a:prstGeom prst="rect">
            <a:avLst/>
          </a:prstGeom>
          <a:noFill/>
          <a:ln>
            <a:noFill/>
          </a:ln>
        </p:spPr>
        <p:txBody>
          <a:bodyPr spcFirstLastPara="1" wrap="square" lIns="0" tIns="192000" rIns="0" bIns="0" anchor="t" anchorCtr="0">
            <a:noAutofit/>
          </a:bodyPr>
          <a:lstStyle>
            <a:lvl1pPr marR="0" lvl="0" algn="l" rtl="0">
              <a:lnSpc>
                <a:spcPct val="80000"/>
              </a:lnSpc>
              <a:spcBef>
                <a:spcPts val="0"/>
              </a:spcBef>
              <a:spcAft>
                <a:spcPts val="0"/>
              </a:spcAft>
              <a:buClr>
                <a:schemeClr val="dk1"/>
              </a:buClr>
              <a:buSzPts val="4400"/>
              <a:buFont typeface="Arial"/>
              <a:buNone/>
              <a:defRPr sz="44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lvl1pPr marL="0" marR="0" lvl="0" indent="0" algn="ctr" rtl="0">
              <a:spcBef>
                <a:spcPts val="0"/>
              </a:spcBef>
              <a:buNone/>
              <a:defRPr sz="1000" b="0" i="0" u="none" strike="noStrike" cap="none">
                <a:solidFill>
                  <a:schemeClr val="dk1"/>
                </a:solidFill>
                <a:latin typeface="Arial"/>
                <a:ea typeface="Arial"/>
                <a:cs typeface="Arial"/>
                <a:sym typeface="Arial"/>
              </a:defRPr>
            </a:lvl1pPr>
            <a:lvl2pPr marL="0" marR="0" lvl="1" indent="0" algn="ctr" rtl="0">
              <a:spcBef>
                <a:spcPts val="0"/>
              </a:spcBef>
              <a:buNone/>
              <a:defRPr sz="1000" b="0" i="0" u="none" strike="noStrike" cap="none">
                <a:solidFill>
                  <a:schemeClr val="dk1"/>
                </a:solidFill>
                <a:latin typeface="Arial"/>
                <a:ea typeface="Arial"/>
                <a:cs typeface="Arial"/>
                <a:sym typeface="Arial"/>
              </a:defRPr>
            </a:lvl2pPr>
            <a:lvl3pPr marL="0" marR="0" lvl="2" indent="0" algn="ctr" rtl="0">
              <a:spcBef>
                <a:spcPts val="0"/>
              </a:spcBef>
              <a:buNone/>
              <a:defRPr sz="1000" b="0" i="0" u="none" strike="noStrike" cap="none">
                <a:solidFill>
                  <a:schemeClr val="dk1"/>
                </a:solidFill>
                <a:latin typeface="Arial"/>
                <a:ea typeface="Arial"/>
                <a:cs typeface="Arial"/>
                <a:sym typeface="Arial"/>
              </a:defRPr>
            </a:lvl3pPr>
            <a:lvl4pPr marL="0" marR="0" lvl="3" indent="0" algn="ctr" rtl="0">
              <a:spcBef>
                <a:spcPts val="0"/>
              </a:spcBef>
              <a:buNone/>
              <a:defRPr sz="1000" b="0" i="0" u="none" strike="noStrike" cap="none">
                <a:solidFill>
                  <a:schemeClr val="dk1"/>
                </a:solidFill>
                <a:latin typeface="Arial"/>
                <a:ea typeface="Arial"/>
                <a:cs typeface="Arial"/>
                <a:sym typeface="Arial"/>
              </a:defRPr>
            </a:lvl4pPr>
            <a:lvl5pPr marL="0" marR="0" lvl="4" indent="0" algn="ctr" rtl="0">
              <a:spcBef>
                <a:spcPts val="0"/>
              </a:spcBef>
              <a:buNone/>
              <a:defRPr sz="1000" b="0" i="0" u="none" strike="noStrike" cap="none">
                <a:solidFill>
                  <a:schemeClr val="dk1"/>
                </a:solidFill>
                <a:latin typeface="Arial"/>
                <a:ea typeface="Arial"/>
                <a:cs typeface="Arial"/>
                <a:sym typeface="Arial"/>
              </a:defRPr>
            </a:lvl5pPr>
            <a:lvl6pPr marL="0" marR="0" lvl="5" indent="0" algn="ctr" rtl="0">
              <a:spcBef>
                <a:spcPts val="0"/>
              </a:spcBef>
              <a:buNone/>
              <a:defRPr sz="1000" b="0" i="0" u="none" strike="noStrike" cap="none">
                <a:solidFill>
                  <a:schemeClr val="dk1"/>
                </a:solidFill>
                <a:latin typeface="Arial"/>
                <a:ea typeface="Arial"/>
                <a:cs typeface="Arial"/>
                <a:sym typeface="Arial"/>
              </a:defRPr>
            </a:lvl6pPr>
            <a:lvl7pPr marL="0" marR="0" lvl="6" indent="0" algn="ctr" rtl="0">
              <a:spcBef>
                <a:spcPts val="0"/>
              </a:spcBef>
              <a:buNone/>
              <a:defRPr sz="1000" b="0" i="0" u="none" strike="noStrike" cap="none">
                <a:solidFill>
                  <a:schemeClr val="dk1"/>
                </a:solidFill>
                <a:latin typeface="Arial"/>
                <a:ea typeface="Arial"/>
                <a:cs typeface="Arial"/>
                <a:sym typeface="Arial"/>
              </a:defRPr>
            </a:lvl7pPr>
            <a:lvl8pPr marL="0" marR="0" lvl="7" indent="0" algn="ctr" rtl="0">
              <a:spcBef>
                <a:spcPts val="0"/>
              </a:spcBef>
              <a:buNone/>
              <a:defRPr sz="1000" b="0" i="0" u="none" strike="noStrike" cap="none">
                <a:solidFill>
                  <a:schemeClr val="dk1"/>
                </a:solidFill>
                <a:latin typeface="Arial"/>
                <a:ea typeface="Arial"/>
                <a:cs typeface="Arial"/>
                <a:sym typeface="Arial"/>
              </a:defRPr>
            </a:lvl8pPr>
            <a:lvl9pPr marL="0" marR="0" lvl="8" indent="0" algn="ctr" rtl="0">
              <a:spcBef>
                <a:spcPts val="0"/>
              </a:spcBef>
              <a:buNone/>
              <a:defRPr sz="10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2" name="Google Shape;12;p20"/>
          <p:cNvSpPr txBox="1">
            <a:spLocks noGrp="1"/>
          </p:cNvSpPr>
          <p:nvPr>
            <p:ph type="body" idx="1"/>
          </p:nvPr>
        </p:nvSpPr>
        <p:spPr>
          <a:xfrm>
            <a:off x="1866900" y="2514600"/>
            <a:ext cx="9753600" cy="3110442"/>
          </a:xfrm>
          <a:prstGeom prst="rect">
            <a:avLst/>
          </a:prstGeom>
          <a:noFill/>
          <a:ln>
            <a:noFill/>
          </a:ln>
        </p:spPr>
        <p:txBody>
          <a:bodyPr spcFirstLastPara="1" wrap="square" lIns="0" tIns="45700" rIns="0" bIns="45700" anchor="t" anchorCtr="0">
            <a:normAutofit/>
          </a:bodyPr>
          <a:lstStyle>
            <a:lvl1pPr marL="457200" marR="0" lvl="0" indent="-228600" algn="l" rtl="0">
              <a:lnSpc>
                <a:spcPct val="120000"/>
              </a:lnSpc>
              <a:spcBef>
                <a:spcPts val="10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228600" algn="l" rtl="0">
              <a:lnSpc>
                <a:spcPct val="120000"/>
              </a:lnSpc>
              <a:spcBef>
                <a:spcPts val="499"/>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20000"/>
              </a:lnSpc>
              <a:spcBef>
                <a:spcPts val="499"/>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20000"/>
              </a:lnSpc>
              <a:spcBef>
                <a:spcPts val="499"/>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2286000" marR="0" lvl="4" indent="-228600" algn="l" rtl="0">
              <a:lnSpc>
                <a:spcPct val="120000"/>
              </a:lnSpc>
              <a:spcBef>
                <a:spcPts val="499"/>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499"/>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6pPr>
            <a:lvl7pPr marL="3200400" marR="0" lvl="6" indent="-342900" algn="l" rtl="0">
              <a:lnSpc>
                <a:spcPct val="90000"/>
              </a:lnSpc>
              <a:spcBef>
                <a:spcPts val="499"/>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7pPr>
            <a:lvl8pPr marL="3657600" marR="0" lvl="7" indent="-342900" algn="l" rtl="0">
              <a:lnSpc>
                <a:spcPct val="90000"/>
              </a:lnSpc>
              <a:spcBef>
                <a:spcPts val="499"/>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8pPr>
            <a:lvl9pPr marL="4114800" marR="0" lvl="8" indent="-342900" algn="l" rtl="0">
              <a:lnSpc>
                <a:spcPct val="90000"/>
              </a:lnSpc>
              <a:spcBef>
                <a:spcPts val="499"/>
              </a:spcBef>
              <a:spcAft>
                <a:spcPts val="0"/>
              </a:spcAft>
              <a:buClr>
                <a:schemeClr val="dk1"/>
              </a:buClr>
              <a:buSzPts val="1800"/>
              <a:buFont typeface="Arial"/>
              <a:buChar char="•"/>
              <a:defRPr sz="1800" b="0" i="0" u="none" strike="noStrike" cap="none">
                <a:solidFill>
                  <a:schemeClr val="dk1"/>
                </a:solidFill>
                <a:latin typeface="Open Sans"/>
                <a:ea typeface="Open Sans"/>
                <a:cs typeface="Open Sans"/>
                <a:sym typeface="Open Sans"/>
              </a:defRPr>
            </a:lvl9pPr>
          </a:lstStyle>
          <a:p>
            <a:endParaRPr/>
          </a:p>
        </p:txBody>
      </p:sp>
      <p:cxnSp>
        <p:nvCxnSpPr>
          <p:cNvPr id="13" name="Google Shape;13;p20"/>
          <p:cNvCxnSpPr/>
          <p:nvPr/>
        </p:nvCxnSpPr>
        <p:spPr>
          <a:xfrm>
            <a:off x="985480" y="0"/>
            <a:ext cx="0" cy="6858000"/>
          </a:xfrm>
          <a:prstGeom prst="straightConnector1">
            <a:avLst/>
          </a:prstGeom>
          <a:noFill/>
          <a:ln w="9525" cap="flat" cmpd="sng">
            <a:solidFill>
              <a:schemeClr val="dk1">
                <a:alpha val="20000"/>
              </a:schemeClr>
            </a:solidFill>
            <a:prstDash val="solid"/>
            <a:miter lim="8000"/>
            <a:headEnd type="none" w="sm" len="sm"/>
            <a:tailEnd type="none" w="sm" len="sm"/>
          </a:ln>
        </p:spPr>
      </p:cxnSp>
      <p:pic>
        <p:nvPicPr>
          <p:cNvPr id="14" name="Google Shape;14;p20" descr="A green and black logo&#10;&#10;Description automatically generated"/>
          <p:cNvPicPr preferRelativeResize="0"/>
          <p:nvPr/>
        </p:nvPicPr>
        <p:blipFill rotWithShape="1">
          <a:blip r:embed="rId9">
            <a:alphaModFix/>
          </a:blip>
          <a:srcRect l="33777" t="35033" r="35257" b="33246"/>
          <a:stretch/>
        </p:blipFill>
        <p:spPr>
          <a:xfrm>
            <a:off x="205548" y="3244850"/>
            <a:ext cx="574383" cy="41648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624">
          <p15:clr>
            <a:srgbClr val="F26B43"/>
          </p15:clr>
        </p15:guide>
        <p15:guide id="4" pos="7320">
          <p15:clr>
            <a:srgbClr val="F26B43"/>
          </p15:clr>
        </p15:guide>
        <p15:guide id="5" pos="1176">
          <p15:clr>
            <a:srgbClr val="F26B43"/>
          </p15:clr>
        </p15:guide>
        <p15:guide id="6" orient="horz" pos="7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title"/>
          </p:nvPr>
        </p:nvSpPr>
        <p:spPr>
          <a:xfrm>
            <a:off x="1488278" y="3316015"/>
            <a:ext cx="5100462" cy="2877395"/>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lt1"/>
              </a:buClr>
              <a:buSzPts val="5500"/>
              <a:buFont typeface="Arial"/>
              <a:buNone/>
            </a:pPr>
            <a:r>
              <a:rPr lang="en-US"/>
              <a:t>Brand Guidelines</a:t>
            </a:r>
            <a:endParaRPr/>
          </a:p>
        </p:txBody>
      </p:sp>
      <p:sp>
        <p:nvSpPr>
          <p:cNvPr id="75" name="Google Shape;75;p1"/>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2"/>
          <p:cNvSpPr txBox="1">
            <a:spLocks noGrp="1"/>
          </p:cNvSpPr>
          <p:nvPr>
            <p:ph type="title"/>
          </p:nvPr>
        </p:nvSpPr>
        <p:spPr>
          <a:xfrm>
            <a:off x="1866900" y="1561225"/>
            <a:ext cx="4290000" cy="1727100"/>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dk1"/>
              </a:buClr>
              <a:buSzPts val="4400"/>
              <a:buFont typeface="Arial"/>
              <a:buNone/>
            </a:pPr>
            <a:r>
              <a:rPr lang="en-US"/>
              <a:t>MemoryZone</a:t>
            </a:r>
            <a:endParaRPr/>
          </a:p>
        </p:txBody>
      </p:sp>
      <p:sp>
        <p:nvSpPr>
          <p:cNvPr id="81" name="Google Shape;81;p2"/>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2</a:t>
            </a:fld>
            <a:endParaRPr/>
          </a:p>
        </p:txBody>
      </p:sp>
      <p:sp>
        <p:nvSpPr>
          <p:cNvPr id="82" name="Google Shape;82;p2"/>
          <p:cNvSpPr txBox="1">
            <a:spLocks noGrp="1"/>
          </p:cNvSpPr>
          <p:nvPr>
            <p:ph type="body" idx="1"/>
          </p:nvPr>
        </p:nvSpPr>
        <p:spPr>
          <a:xfrm>
            <a:off x="1866899" y="3613150"/>
            <a:ext cx="4977245" cy="2427432"/>
          </a:xfrm>
          <a:prstGeom prst="rect">
            <a:avLst/>
          </a:prstGeom>
          <a:noFill/>
          <a:ln>
            <a:noFill/>
          </a:ln>
        </p:spPr>
        <p:txBody>
          <a:bodyPr spcFirstLastPara="1" wrap="square" lIns="0" tIns="45700" rIns="0" bIns="45700" anchor="t" anchorCtr="0">
            <a:normAutofit/>
          </a:bodyPr>
          <a:lstStyle/>
          <a:p>
            <a:pPr marL="0" lvl="0" indent="0" algn="l" rtl="0">
              <a:lnSpc>
                <a:spcPct val="120000"/>
              </a:lnSpc>
              <a:spcBef>
                <a:spcPts val="0"/>
              </a:spcBef>
              <a:spcAft>
                <a:spcPts val="0"/>
              </a:spcAft>
              <a:buClr>
                <a:schemeClr val="dk1"/>
              </a:buClr>
              <a:buSzPts val="2800"/>
              <a:buNone/>
            </a:pPr>
            <a:r>
              <a:rPr lang="en-US"/>
              <a:t>Introduction</a:t>
            </a:r>
            <a:endParaRPr/>
          </a:p>
          <a:p>
            <a:pPr marL="0" lvl="0" indent="0" algn="l" rtl="0">
              <a:lnSpc>
                <a:spcPct val="120000"/>
              </a:lnSpc>
              <a:spcBef>
                <a:spcPts val="1000"/>
              </a:spcBef>
              <a:spcAft>
                <a:spcPts val="0"/>
              </a:spcAft>
              <a:buClr>
                <a:schemeClr val="dk1"/>
              </a:buClr>
              <a:buSzPts val="2800"/>
              <a:buNone/>
            </a:pPr>
            <a:r>
              <a:rPr lang="en-US"/>
              <a:t>Logo Identity</a:t>
            </a:r>
            <a:endParaRPr/>
          </a:p>
          <a:p>
            <a:pPr marL="0" lvl="0" indent="0" algn="l" rtl="0">
              <a:lnSpc>
                <a:spcPct val="120000"/>
              </a:lnSpc>
              <a:spcBef>
                <a:spcPts val="1000"/>
              </a:spcBef>
              <a:spcAft>
                <a:spcPts val="0"/>
              </a:spcAft>
              <a:buClr>
                <a:schemeClr val="dk1"/>
              </a:buClr>
              <a:buSzPts val="2800"/>
              <a:buNone/>
            </a:pPr>
            <a:r>
              <a:rPr lang="en-US"/>
              <a:t>Application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3"/>
          <p:cNvSpPr txBox="1">
            <a:spLocks noGrp="1"/>
          </p:cNvSpPr>
          <p:nvPr>
            <p:ph type="title"/>
          </p:nvPr>
        </p:nvSpPr>
        <p:spPr>
          <a:xfrm>
            <a:off x="1866900" y="3715470"/>
            <a:ext cx="2479813" cy="1621619"/>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dk1"/>
              </a:buClr>
              <a:buSzPts val="4400"/>
              <a:buFont typeface="Arial"/>
              <a:buNone/>
            </a:pPr>
            <a:endParaRPr/>
          </a:p>
        </p:txBody>
      </p:sp>
      <p:sp>
        <p:nvSpPr>
          <p:cNvPr id="88" name="Google Shape;88;p3"/>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3</a:t>
            </a:fld>
            <a:endParaRPr/>
          </a:p>
        </p:txBody>
      </p:sp>
      <p:sp>
        <p:nvSpPr>
          <p:cNvPr id="89" name="Google Shape;89;p3"/>
          <p:cNvSpPr txBox="1">
            <a:spLocks noGrp="1"/>
          </p:cNvSpPr>
          <p:nvPr>
            <p:ph type="body" idx="1"/>
          </p:nvPr>
        </p:nvSpPr>
        <p:spPr>
          <a:xfrm>
            <a:off x="5748218" y="1166949"/>
            <a:ext cx="5677427" cy="4818215"/>
          </a:xfrm>
          <a:prstGeom prst="rect">
            <a:avLst/>
          </a:prstGeom>
          <a:noFill/>
          <a:ln>
            <a:noFill/>
          </a:ln>
        </p:spPr>
        <p:txBody>
          <a:bodyPr spcFirstLastPara="1" wrap="square" lIns="0" tIns="45700" rIns="0" bIns="45700" anchor="t" anchorCtr="0">
            <a:normAutofit/>
          </a:bodyPr>
          <a:lstStyle/>
          <a:p>
            <a:pPr marL="0" lvl="0" indent="0" algn="l" rtl="0">
              <a:lnSpc>
                <a:spcPct val="120000"/>
              </a:lnSpc>
              <a:spcBef>
                <a:spcPts val="0"/>
              </a:spcBef>
              <a:spcAft>
                <a:spcPts val="0"/>
              </a:spcAft>
              <a:buClr>
                <a:schemeClr val="dk1"/>
              </a:buClr>
              <a:buSzPts val="2000"/>
              <a:buNone/>
            </a:pPr>
            <a:r>
              <a:rPr lang="en-US" sz="2000"/>
              <a:t>MemoryZone là một thương hiệu bán lẻ thuộc Công Ty TNHH Dịch Vụ Tin Học Siêu Tốc.</a:t>
            </a:r>
            <a:endParaRPr/>
          </a:p>
          <a:p>
            <a:pPr marL="0" lvl="0" indent="0" algn="l" rtl="0">
              <a:lnSpc>
                <a:spcPct val="120000"/>
              </a:lnSpc>
              <a:spcBef>
                <a:spcPts val="1000"/>
              </a:spcBef>
              <a:spcAft>
                <a:spcPts val="0"/>
              </a:spcAft>
              <a:buClr>
                <a:schemeClr val="dk1"/>
              </a:buClr>
              <a:buSzPts val="2000"/>
              <a:buNone/>
            </a:pPr>
            <a:r>
              <a:rPr lang="en-US" sz="2000"/>
              <a:t>Nguyên Tắc Nhận Dạng Thương Hiệu này bao gồm các quy tắc khi sử dụng logo MemoryZone, logo Siêu Tốc</a:t>
            </a:r>
            <a:endParaRPr sz="2000"/>
          </a:p>
          <a:p>
            <a:pPr marL="0" lvl="0" indent="0" algn="l" rtl="0">
              <a:lnSpc>
                <a:spcPct val="120000"/>
              </a:lnSpc>
              <a:spcBef>
                <a:spcPts val="1000"/>
              </a:spcBef>
              <a:spcAft>
                <a:spcPts val="0"/>
              </a:spcAft>
              <a:buClr>
                <a:schemeClr val="dk1"/>
              </a:buClr>
              <a:buSzPts val="2000"/>
              <a:buNone/>
            </a:pPr>
            <a:endParaRPr sz="2000"/>
          </a:p>
          <a:p>
            <a:pPr marL="0" lvl="0" indent="0" algn="l" rtl="0">
              <a:lnSpc>
                <a:spcPct val="120000"/>
              </a:lnSpc>
              <a:spcBef>
                <a:spcPts val="1000"/>
              </a:spcBef>
              <a:spcAft>
                <a:spcPts val="0"/>
              </a:spcAft>
              <a:buClr>
                <a:schemeClr val="dk1"/>
              </a:buClr>
              <a:buSzPts val="2000"/>
              <a:buNone/>
            </a:pPr>
            <a:r>
              <a:rPr lang="en-US" sz="2000"/>
              <a:t>Việc tuân thủ Nguyên Tắc Nhận Dạng Thương Hiệu là trách nhiệm của toàn bộ cán bộ nhân viên Công Ty TNHH Dịch Vụ Tin Học Siêu Tốc khi làm việc với đối tác, đảm bảo rằng logo của thương hiệu được áp dụng chính xác trên các mẫu quảng cáo &amp; ấn phẩm</a:t>
            </a:r>
            <a:endParaRPr sz="2000"/>
          </a:p>
          <a:p>
            <a:pPr marL="0" lvl="0" indent="0" algn="l" rtl="0">
              <a:lnSpc>
                <a:spcPct val="120000"/>
              </a:lnSpc>
              <a:spcBef>
                <a:spcPts val="1000"/>
              </a:spcBef>
              <a:spcAft>
                <a:spcPts val="0"/>
              </a:spcAft>
              <a:buClr>
                <a:schemeClr val="dk1"/>
              </a:buClr>
              <a:buSzPts val="2000"/>
              <a:buNone/>
            </a:pP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eff934b20e_1_0"/>
          <p:cNvSpPr txBox="1">
            <a:spLocks noGrp="1"/>
          </p:cNvSpPr>
          <p:nvPr>
            <p:ph type="sldNum" idx="12"/>
          </p:nvPr>
        </p:nvSpPr>
        <p:spPr>
          <a:xfrm>
            <a:off x="235873" y="6418877"/>
            <a:ext cx="513600" cy="227100"/>
          </a:xfrm>
          <a:prstGeom prst="rect">
            <a:avLst/>
          </a:prstGeom>
        </p:spPr>
        <p:txBody>
          <a:bodyPr spcFirstLastPara="1" wrap="square" lIns="0" tIns="0" rIns="0" bIns="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a:t>
            </a:fld>
            <a:endParaRPr/>
          </a:p>
        </p:txBody>
      </p:sp>
      <p:pic>
        <p:nvPicPr>
          <p:cNvPr id="96" name="Google Shape;96;g3eff934b20e_1_0"/>
          <p:cNvPicPr preferRelativeResize="0"/>
          <p:nvPr/>
        </p:nvPicPr>
        <p:blipFill>
          <a:blip r:embed="rId3">
            <a:alphaModFix/>
          </a:blip>
          <a:stretch>
            <a:fillRect/>
          </a:stretch>
        </p:blipFill>
        <p:spPr>
          <a:xfrm>
            <a:off x="1758875" y="176200"/>
            <a:ext cx="9753600" cy="6505575"/>
          </a:xfrm>
          <a:prstGeom prst="rect">
            <a:avLst/>
          </a:prstGeom>
          <a:noFill/>
          <a:ln>
            <a:noFill/>
          </a:ln>
        </p:spPr>
      </p:pic>
      <p:sp>
        <p:nvSpPr>
          <p:cNvPr id="97" name="Google Shape;97;g3eff934b20e_1_0"/>
          <p:cNvSpPr txBox="1"/>
          <p:nvPr/>
        </p:nvSpPr>
        <p:spPr>
          <a:xfrm>
            <a:off x="1911275" y="3286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1525385" y="428759"/>
            <a:ext cx="9486900" cy="1621619"/>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dk1"/>
              </a:buClr>
              <a:buSzPts val="4400"/>
              <a:buFont typeface="Arial"/>
              <a:buNone/>
            </a:pPr>
            <a:r>
              <a:rPr lang="en-US"/>
              <a:t>Cấu trúc và tín hiệu của Logo</a:t>
            </a:r>
            <a:endParaRPr/>
          </a:p>
        </p:txBody>
      </p:sp>
      <p:sp>
        <p:nvSpPr>
          <p:cNvPr id="103" name="Google Shape;103;p4"/>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5</a:t>
            </a:fld>
            <a:endParaRPr/>
          </a:p>
        </p:txBody>
      </p:sp>
      <p:pic>
        <p:nvPicPr>
          <p:cNvPr id="104" name="Google Shape;104;p4"/>
          <p:cNvPicPr preferRelativeResize="0"/>
          <p:nvPr/>
        </p:nvPicPr>
        <p:blipFill rotWithShape="1">
          <a:blip r:embed="rId3">
            <a:alphaModFix/>
          </a:blip>
          <a:srcRect/>
          <a:stretch/>
        </p:blipFill>
        <p:spPr>
          <a:xfrm>
            <a:off x="1525386" y="1451510"/>
            <a:ext cx="7302727" cy="2019300"/>
          </a:xfrm>
          <a:prstGeom prst="rect">
            <a:avLst/>
          </a:prstGeom>
          <a:noFill/>
          <a:ln>
            <a:noFill/>
          </a:ln>
        </p:spPr>
      </p:pic>
      <p:pic>
        <p:nvPicPr>
          <p:cNvPr id="105" name="Google Shape;105;p4"/>
          <p:cNvPicPr preferRelativeResize="0"/>
          <p:nvPr/>
        </p:nvPicPr>
        <p:blipFill rotWithShape="1">
          <a:blip r:embed="rId4">
            <a:alphaModFix/>
          </a:blip>
          <a:srcRect/>
          <a:stretch/>
        </p:blipFill>
        <p:spPr>
          <a:xfrm>
            <a:off x="1525387" y="3705065"/>
            <a:ext cx="7302729" cy="2019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a:spLocks noGrp="1"/>
          </p:cNvSpPr>
          <p:nvPr>
            <p:ph type="title"/>
          </p:nvPr>
        </p:nvSpPr>
        <p:spPr>
          <a:xfrm>
            <a:off x="1525385" y="428759"/>
            <a:ext cx="9486900" cy="1621619"/>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dk1"/>
              </a:buClr>
              <a:buSzPts val="4400"/>
              <a:buFont typeface="Arial"/>
              <a:buNone/>
            </a:pPr>
            <a:r>
              <a:rPr lang="en-US"/>
              <a:t>Logo Trên lưới</a:t>
            </a:r>
            <a:endParaRPr/>
          </a:p>
        </p:txBody>
      </p:sp>
      <p:sp>
        <p:nvSpPr>
          <p:cNvPr id="111" name="Google Shape;111;p5"/>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6</a:t>
            </a:fld>
            <a:endParaRPr/>
          </a:p>
        </p:txBody>
      </p:sp>
      <p:pic>
        <p:nvPicPr>
          <p:cNvPr id="112" name="Google Shape;112;p5"/>
          <p:cNvPicPr preferRelativeResize="0"/>
          <p:nvPr/>
        </p:nvPicPr>
        <p:blipFill rotWithShape="1">
          <a:blip r:embed="rId3">
            <a:alphaModFix/>
          </a:blip>
          <a:srcRect/>
          <a:stretch/>
        </p:blipFill>
        <p:spPr>
          <a:xfrm>
            <a:off x="1583574" y="1765727"/>
            <a:ext cx="10029305" cy="29375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a:spLocks noGrp="1"/>
          </p:cNvSpPr>
          <p:nvPr>
            <p:ph type="title"/>
          </p:nvPr>
        </p:nvSpPr>
        <p:spPr>
          <a:xfrm>
            <a:off x="1525385" y="428759"/>
            <a:ext cx="9486900" cy="1621619"/>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dk1"/>
              </a:buClr>
              <a:buSzPts val="4400"/>
              <a:buFont typeface="Arial"/>
              <a:buNone/>
            </a:pPr>
            <a:r>
              <a:rPr lang="en-US"/>
              <a:t>Khoảng cách an toàn của Logo</a:t>
            </a:r>
            <a:endParaRPr/>
          </a:p>
        </p:txBody>
      </p:sp>
      <p:sp>
        <p:nvSpPr>
          <p:cNvPr id="118" name="Google Shape;118;p6"/>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7</a:t>
            </a:fld>
            <a:endParaRPr/>
          </a:p>
        </p:txBody>
      </p:sp>
      <p:pic>
        <p:nvPicPr>
          <p:cNvPr id="119" name="Google Shape;119;p6"/>
          <p:cNvPicPr preferRelativeResize="0"/>
          <p:nvPr/>
        </p:nvPicPr>
        <p:blipFill rotWithShape="1">
          <a:blip r:embed="rId3">
            <a:alphaModFix/>
          </a:blip>
          <a:srcRect/>
          <a:stretch/>
        </p:blipFill>
        <p:spPr>
          <a:xfrm>
            <a:off x="1525385" y="1467104"/>
            <a:ext cx="10291156" cy="41499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a:spLocks noGrp="1"/>
          </p:cNvSpPr>
          <p:nvPr>
            <p:ph type="title"/>
          </p:nvPr>
        </p:nvSpPr>
        <p:spPr>
          <a:xfrm>
            <a:off x="1525385" y="428759"/>
            <a:ext cx="9486900" cy="1621619"/>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dk1"/>
              </a:buClr>
              <a:buSzPts val="4400"/>
              <a:buFont typeface="Arial"/>
              <a:buNone/>
            </a:pPr>
            <a:r>
              <a:rPr lang="en-US"/>
              <a:t>Bộ chữ sử dụng</a:t>
            </a:r>
            <a:endParaRPr/>
          </a:p>
        </p:txBody>
      </p:sp>
      <p:sp>
        <p:nvSpPr>
          <p:cNvPr id="125" name="Google Shape;125;p7"/>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8</a:t>
            </a:fld>
            <a:endParaRPr/>
          </a:p>
        </p:txBody>
      </p:sp>
      <p:pic>
        <p:nvPicPr>
          <p:cNvPr id="126" name="Google Shape;126;p7"/>
          <p:cNvPicPr preferRelativeResize="0"/>
          <p:nvPr/>
        </p:nvPicPr>
        <p:blipFill rotWithShape="1">
          <a:blip r:embed="rId3">
            <a:alphaModFix/>
          </a:blip>
          <a:srcRect/>
          <a:stretch/>
        </p:blipFill>
        <p:spPr>
          <a:xfrm>
            <a:off x="1525385" y="1396537"/>
            <a:ext cx="7701220" cy="47950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a:spLocks noGrp="1"/>
          </p:cNvSpPr>
          <p:nvPr>
            <p:ph type="title"/>
          </p:nvPr>
        </p:nvSpPr>
        <p:spPr>
          <a:xfrm>
            <a:off x="1525385" y="428759"/>
            <a:ext cx="9486900" cy="1621619"/>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dk1"/>
              </a:buClr>
              <a:buSzPts val="4400"/>
              <a:buFont typeface="Arial"/>
              <a:buNone/>
            </a:pPr>
            <a:r>
              <a:rPr lang="en-US"/>
              <a:t>Màu sắc và thông số</a:t>
            </a:r>
            <a:endParaRPr/>
          </a:p>
        </p:txBody>
      </p:sp>
      <p:sp>
        <p:nvSpPr>
          <p:cNvPr id="132" name="Google Shape;132;p8"/>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9</a:t>
            </a:fld>
            <a:endParaRPr/>
          </a:p>
        </p:txBody>
      </p:sp>
      <p:pic>
        <p:nvPicPr>
          <p:cNvPr id="133" name="Google Shape;133;p8"/>
          <p:cNvPicPr preferRelativeResize="0"/>
          <p:nvPr/>
        </p:nvPicPr>
        <p:blipFill rotWithShape="1">
          <a:blip r:embed="rId3">
            <a:alphaModFix/>
          </a:blip>
          <a:srcRect/>
          <a:stretch/>
        </p:blipFill>
        <p:spPr>
          <a:xfrm>
            <a:off x="1246910" y="1684037"/>
            <a:ext cx="7772399" cy="39278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a:spLocks noGrp="1"/>
          </p:cNvSpPr>
          <p:nvPr>
            <p:ph type="title"/>
          </p:nvPr>
        </p:nvSpPr>
        <p:spPr>
          <a:xfrm>
            <a:off x="1525385" y="428759"/>
            <a:ext cx="9486900" cy="855557"/>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dk1"/>
              </a:buClr>
              <a:buSzPts val="4400"/>
              <a:buFont typeface="Arial"/>
              <a:buNone/>
            </a:pPr>
            <a:r>
              <a:rPr lang="en-US"/>
              <a:t>Phương án màu sắc của Logo</a:t>
            </a:r>
            <a:endParaRPr/>
          </a:p>
        </p:txBody>
      </p:sp>
      <p:sp>
        <p:nvSpPr>
          <p:cNvPr id="139" name="Google Shape;139;p9"/>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10</a:t>
            </a:fld>
            <a:endParaRPr/>
          </a:p>
        </p:txBody>
      </p:sp>
      <p:pic>
        <p:nvPicPr>
          <p:cNvPr id="140" name="Google Shape;140;p9"/>
          <p:cNvPicPr preferRelativeResize="0"/>
          <p:nvPr/>
        </p:nvPicPr>
        <p:blipFill rotWithShape="1">
          <a:blip r:embed="rId3">
            <a:alphaModFix/>
          </a:blip>
          <a:srcRect/>
          <a:stretch/>
        </p:blipFill>
        <p:spPr>
          <a:xfrm>
            <a:off x="1591804" y="1453163"/>
            <a:ext cx="2783776" cy="1860943"/>
          </a:xfrm>
          <a:prstGeom prst="rect">
            <a:avLst/>
          </a:prstGeom>
          <a:noFill/>
          <a:ln>
            <a:noFill/>
          </a:ln>
        </p:spPr>
      </p:pic>
      <p:pic>
        <p:nvPicPr>
          <p:cNvPr id="141" name="Google Shape;141;p9"/>
          <p:cNvPicPr preferRelativeResize="0"/>
          <p:nvPr/>
        </p:nvPicPr>
        <p:blipFill rotWithShape="1">
          <a:blip r:embed="rId4">
            <a:alphaModFix/>
          </a:blip>
          <a:srcRect/>
          <a:stretch/>
        </p:blipFill>
        <p:spPr>
          <a:xfrm>
            <a:off x="4615920" y="1455647"/>
            <a:ext cx="2783778" cy="1857895"/>
          </a:xfrm>
          <a:prstGeom prst="rect">
            <a:avLst/>
          </a:prstGeom>
          <a:noFill/>
          <a:ln>
            <a:noFill/>
          </a:ln>
        </p:spPr>
      </p:pic>
      <p:pic>
        <p:nvPicPr>
          <p:cNvPr id="142" name="Google Shape;142;p9"/>
          <p:cNvPicPr preferRelativeResize="0"/>
          <p:nvPr/>
        </p:nvPicPr>
        <p:blipFill rotWithShape="1">
          <a:blip r:embed="rId5">
            <a:alphaModFix/>
          </a:blip>
          <a:srcRect/>
          <a:stretch/>
        </p:blipFill>
        <p:spPr>
          <a:xfrm>
            <a:off x="1591803" y="3862355"/>
            <a:ext cx="2783777" cy="1860945"/>
          </a:xfrm>
          <a:prstGeom prst="rect">
            <a:avLst/>
          </a:prstGeom>
          <a:noFill/>
          <a:ln>
            <a:noFill/>
          </a:ln>
        </p:spPr>
      </p:pic>
      <p:pic>
        <p:nvPicPr>
          <p:cNvPr id="143" name="Google Shape;143;p9"/>
          <p:cNvPicPr preferRelativeResize="0"/>
          <p:nvPr/>
        </p:nvPicPr>
        <p:blipFill rotWithShape="1">
          <a:blip r:embed="rId6">
            <a:alphaModFix/>
          </a:blip>
          <a:srcRect/>
          <a:stretch/>
        </p:blipFill>
        <p:spPr>
          <a:xfrm>
            <a:off x="4615920" y="3862356"/>
            <a:ext cx="2783778" cy="1857895"/>
          </a:xfrm>
          <a:prstGeom prst="rect">
            <a:avLst/>
          </a:prstGeom>
          <a:noFill/>
          <a:ln>
            <a:noFill/>
          </a:ln>
        </p:spPr>
      </p:pic>
      <p:sp>
        <p:nvSpPr>
          <p:cNvPr id="144" name="Google Shape;144;p9"/>
          <p:cNvSpPr txBox="1"/>
          <p:nvPr/>
        </p:nvSpPr>
        <p:spPr>
          <a:xfrm>
            <a:off x="1781370" y="3263526"/>
            <a:ext cx="2404641" cy="398230"/>
          </a:xfrm>
          <a:prstGeom prst="rect">
            <a:avLst/>
          </a:prstGeom>
          <a:noFill/>
          <a:ln>
            <a:noFill/>
          </a:ln>
        </p:spPr>
        <p:txBody>
          <a:bodyPr spcFirstLastPara="1" wrap="square" lIns="0" tIns="192000" rIns="0" bIns="0" anchor="t" anchorCtr="0">
            <a:noAutofit/>
          </a:bodyPr>
          <a:lstStyle/>
          <a:p>
            <a:pPr marL="0" marR="0" lvl="0" indent="0" algn="ctr" rtl="0">
              <a:lnSpc>
                <a:spcPct val="8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Logo bản âm</a:t>
            </a:r>
            <a:endParaRPr sz="1200" b="0" i="0" u="none" strike="noStrike" cap="none">
              <a:solidFill>
                <a:schemeClr val="dk1"/>
              </a:solidFill>
              <a:latin typeface="Arial"/>
              <a:ea typeface="Arial"/>
              <a:cs typeface="Arial"/>
              <a:sym typeface="Arial"/>
            </a:endParaRPr>
          </a:p>
        </p:txBody>
      </p:sp>
      <p:sp>
        <p:nvSpPr>
          <p:cNvPr id="145" name="Google Shape;145;p9"/>
          <p:cNvSpPr txBox="1"/>
          <p:nvPr/>
        </p:nvSpPr>
        <p:spPr>
          <a:xfrm>
            <a:off x="4805488" y="3263526"/>
            <a:ext cx="2404641" cy="398230"/>
          </a:xfrm>
          <a:prstGeom prst="rect">
            <a:avLst/>
          </a:prstGeom>
          <a:noFill/>
          <a:ln>
            <a:noFill/>
          </a:ln>
        </p:spPr>
        <p:txBody>
          <a:bodyPr spcFirstLastPara="1" wrap="square" lIns="0" tIns="192000" rIns="0" bIns="0" anchor="t" anchorCtr="0">
            <a:noAutofit/>
          </a:bodyPr>
          <a:lstStyle/>
          <a:p>
            <a:pPr marL="0" marR="0" lvl="0" indent="0" algn="ctr" rtl="0">
              <a:lnSpc>
                <a:spcPct val="8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Logo bản dương</a:t>
            </a:r>
            <a:endParaRPr sz="1200" b="0" i="0" u="none" strike="noStrike" cap="none">
              <a:solidFill>
                <a:schemeClr val="dk1"/>
              </a:solidFill>
              <a:latin typeface="Arial"/>
              <a:ea typeface="Arial"/>
              <a:cs typeface="Arial"/>
              <a:sym typeface="Arial"/>
            </a:endParaRPr>
          </a:p>
        </p:txBody>
      </p:sp>
      <p:sp>
        <p:nvSpPr>
          <p:cNvPr id="146" name="Google Shape;146;p9"/>
          <p:cNvSpPr txBox="1"/>
          <p:nvPr/>
        </p:nvSpPr>
        <p:spPr>
          <a:xfrm>
            <a:off x="1781369" y="5693030"/>
            <a:ext cx="2404641" cy="398230"/>
          </a:xfrm>
          <a:prstGeom prst="rect">
            <a:avLst/>
          </a:prstGeom>
          <a:noFill/>
          <a:ln>
            <a:noFill/>
          </a:ln>
        </p:spPr>
        <p:txBody>
          <a:bodyPr spcFirstLastPara="1" wrap="square" lIns="0" tIns="192000" rIns="0" bIns="0" anchor="t" anchorCtr="0">
            <a:noAutofit/>
          </a:bodyPr>
          <a:lstStyle/>
          <a:p>
            <a:pPr marL="0" marR="0" lvl="0" indent="0" algn="ctr" rtl="0">
              <a:lnSpc>
                <a:spcPct val="8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Logo bản màu trên nền trắng</a:t>
            </a:r>
            <a:endParaRPr sz="1200" b="0" i="0" u="none" strike="noStrike" cap="none">
              <a:solidFill>
                <a:schemeClr val="dk1"/>
              </a:solidFill>
              <a:latin typeface="Arial"/>
              <a:ea typeface="Arial"/>
              <a:cs typeface="Arial"/>
              <a:sym typeface="Arial"/>
            </a:endParaRPr>
          </a:p>
        </p:txBody>
      </p:sp>
      <p:sp>
        <p:nvSpPr>
          <p:cNvPr id="147" name="Google Shape;147;p9"/>
          <p:cNvSpPr txBox="1"/>
          <p:nvPr/>
        </p:nvSpPr>
        <p:spPr>
          <a:xfrm>
            <a:off x="4764252" y="5693030"/>
            <a:ext cx="2404641" cy="600798"/>
          </a:xfrm>
          <a:prstGeom prst="rect">
            <a:avLst/>
          </a:prstGeom>
          <a:noFill/>
          <a:ln>
            <a:noFill/>
          </a:ln>
        </p:spPr>
        <p:txBody>
          <a:bodyPr spcFirstLastPara="1" wrap="square" lIns="0" tIns="192000" rIns="0" bIns="0" anchor="t" anchorCtr="0">
            <a:noAutofit/>
          </a:bodyPr>
          <a:lstStyle/>
          <a:p>
            <a:pPr marL="0" marR="0" lvl="0" indent="0" algn="ctr" rtl="0">
              <a:lnSpc>
                <a:spcPct val="8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Logo bản màu trên nền</a:t>
            </a:r>
            <a:endParaRPr sz="1200" b="0" i="0" u="none" strike="noStrike" cap="none">
              <a:solidFill>
                <a:schemeClr val="dk1"/>
              </a:solidFill>
              <a:latin typeface="Arial"/>
              <a:ea typeface="Arial"/>
              <a:cs typeface="Arial"/>
              <a:sym typeface="Arial"/>
            </a:endParaRPr>
          </a:p>
          <a:p>
            <a:pPr marL="0" marR="0" lvl="0" indent="0" algn="ctr" rtl="0">
              <a:lnSpc>
                <a:spcPct val="8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xanh thương hiệu</a:t>
            </a:r>
            <a:endParaRPr sz="1200"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9"/>
          <p:cNvSpPr txBox="1">
            <a:spLocks noGrp="1"/>
          </p:cNvSpPr>
          <p:nvPr>
            <p:ph type="sldNum" idx="12"/>
          </p:nvPr>
        </p:nvSpPr>
        <p:spPr>
          <a:xfrm>
            <a:off x="235873" y="6418877"/>
            <a:ext cx="513735" cy="22716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US"/>
              <a:t>11</a:t>
            </a:fld>
            <a:endParaRPr/>
          </a:p>
        </p:txBody>
      </p:sp>
      <p:sp>
        <p:nvSpPr>
          <p:cNvPr id="212" name="Google Shape;212;p19"/>
          <p:cNvSpPr txBox="1">
            <a:spLocks noGrp="1"/>
          </p:cNvSpPr>
          <p:nvPr>
            <p:ph type="title"/>
          </p:nvPr>
        </p:nvSpPr>
        <p:spPr>
          <a:xfrm>
            <a:off x="1488278" y="3316015"/>
            <a:ext cx="5100462" cy="2877395"/>
          </a:xfrm>
          <a:prstGeom prst="rect">
            <a:avLst/>
          </a:prstGeom>
          <a:noFill/>
          <a:ln>
            <a:noFill/>
          </a:ln>
        </p:spPr>
        <p:txBody>
          <a:bodyPr spcFirstLastPara="1" wrap="square" lIns="0" tIns="192000" rIns="0" bIns="0" anchor="t" anchorCtr="0">
            <a:noAutofit/>
          </a:bodyPr>
          <a:lstStyle/>
          <a:p>
            <a:pPr marL="0" lvl="0" indent="0" algn="l" rtl="0">
              <a:lnSpc>
                <a:spcPct val="80000"/>
              </a:lnSpc>
              <a:spcBef>
                <a:spcPts val="0"/>
              </a:spcBef>
              <a:spcAft>
                <a:spcPts val="0"/>
              </a:spcAft>
              <a:buClr>
                <a:schemeClr val="lt1"/>
              </a:buClr>
              <a:buSzPts val="5500"/>
              <a:buFont typeface="Arial"/>
              <a:buNone/>
            </a:pPr>
            <a:r>
              <a:rPr lang="en-US"/>
              <a:t>Thanks for reading.</a:t>
            </a:r>
            <a:endParaRPr/>
          </a:p>
        </p:txBody>
      </p:sp>
    </p:spTree>
  </p:cSld>
  <p:clrMapOvr>
    <a:masterClrMapping/>
  </p:clrMapOvr>
</p:sld>
</file>

<file path=ppt/theme/theme1.xml><?xml version="1.0" encoding="utf-8"?>
<a:theme xmlns:a="http://schemas.openxmlformats.org/drawingml/2006/main" name="Memoryzone_MasterLayout_16x9">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169</Words>
  <Application>Microsoft Office PowerPoint</Application>
  <PresentationFormat>Widescreen</PresentationFormat>
  <Paragraphs>34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Montserrat</vt:lpstr>
      <vt:lpstr>Arial</vt:lpstr>
      <vt:lpstr>Noto Sans Symbols</vt:lpstr>
      <vt:lpstr>Calibri</vt:lpstr>
      <vt:lpstr>Memoryzone_MasterLayout_16x9</vt:lpstr>
      <vt:lpstr>Brand Guidelines</vt:lpstr>
      <vt:lpstr>MemoryZone</vt:lpstr>
      <vt:lpstr>PowerPoint Presentation</vt:lpstr>
      <vt:lpstr>PowerPoint Presentation</vt:lpstr>
      <vt:lpstr>Cấu trúc và tín hiệu của Logo</vt:lpstr>
      <vt:lpstr>Logo Trên lưới</vt:lpstr>
      <vt:lpstr>Khoảng cách an toàn của Logo</vt:lpstr>
      <vt:lpstr>Bộ chữ sử dụng</vt:lpstr>
      <vt:lpstr>Màu sắc và thông số</vt:lpstr>
      <vt:lpstr>Phương án màu sắc của Logo</vt:lpstr>
      <vt:lpstr>Thanks for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Dublin_Design</dc:creator>
  <cp:lastModifiedBy>Phòng Marketing</cp:lastModifiedBy>
  <cp:revision>1</cp:revision>
  <dcterms:created xsi:type="dcterms:W3CDTF">2016-11-10T06:07:03Z</dcterms:created>
  <dcterms:modified xsi:type="dcterms:W3CDTF">2026-07-09T08:52:12Z</dcterms:modified>
</cp:coreProperties>
</file>