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5" r:id="rId1"/>
  </p:sldMasterIdLst>
  <p:notesMasterIdLst>
    <p:notesMasterId r:id="rId9"/>
  </p:notesMasterIdLst>
  <p:handoutMasterIdLst>
    <p:handoutMasterId r:id="rId10"/>
  </p:handoutMasterIdLst>
  <p:sldIdLst>
    <p:sldId id="256" r:id="rId2"/>
    <p:sldId id="290" r:id="rId3"/>
    <p:sldId id="291" r:id="rId4"/>
    <p:sldId id="292" r:id="rId5"/>
    <p:sldId id="293" r:id="rId6"/>
    <p:sldId id="294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9E39"/>
    <a:srgbClr val="350760"/>
    <a:srgbClr val="D9BD9F"/>
    <a:srgbClr val="62AA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0D9A32-37E2-43AD-9C46-E8BDE4F77AB4}" v="38" dt="2022-08-26T10:00:58.400"/>
    <p1510:client id="{96811037-8553-449A-B483-9B1CD11C8361}" v="182" dt="2022-08-26T03:23:13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2"/>
    <p:restoredTop sz="95946"/>
  </p:normalViewPr>
  <p:slideViewPr>
    <p:cSldViewPr snapToGrid="0" snapToObjects="1">
      <p:cViewPr varScale="1">
        <p:scale>
          <a:sx n="75" d="100"/>
          <a:sy n="75" d="100"/>
        </p:scale>
        <p:origin x="109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62" d="100"/>
          <a:sy n="62" d="100"/>
        </p:scale>
        <p:origin x="3226" y="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ín Lê MKT" userId="68e77276-d07b-41ff-80f1-8ca87a0e901e" providerId="ADAL" clId="{627355A0-4FC7-422E-9B93-C8E18597C1DC}"/>
    <pc:docChg chg="undo custSel addSld delSld modSld addMainMaster delMainMaster modMainMaster delSection">
      <pc:chgData name="Tín Lê MKT" userId="68e77276-d07b-41ff-80f1-8ca87a0e901e" providerId="ADAL" clId="{627355A0-4FC7-422E-9B93-C8E18597C1DC}" dt="2022-07-06T07:26:07.643" v="641"/>
      <pc:docMkLst>
        <pc:docMk/>
      </pc:docMkLst>
      <pc:sldChg chg="addSp delSp modSp new mod chgLayout">
        <pc:chgData name="Tín Lê MKT" userId="68e77276-d07b-41ff-80f1-8ca87a0e901e" providerId="ADAL" clId="{627355A0-4FC7-422E-9B93-C8E18597C1DC}" dt="2022-07-06T07:26:07.643" v="641"/>
        <pc:sldMkLst>
          <pc:docMk/>
          <pc:sldMk cId="797121902" sldId="256"/>
        </pc:sldMkLst>
        <pc:spChg chg="mod ord">
          <ac:chgData name="Tín Lê MKT" userId="68e77276-d07b-41ff-80f1-8ca87a0e901e" providerId="ADAL" clId="{627355A0-4FC7-422E-9B93-C8E18597C1DC}" dt="2022-07-06T07:26:07.643" v="641"/>
          <ac:spMkLst>
            <pc:docMk/>
            <pc:sldMk cId="797121902" sldId="256"/>
            <ac:spMk id="2" creationId="{8D43D8F2-B78D-C092-4F7C-4BE8871121C2}"/>
          </ac:spMkLst>
        </pc:spChg>
        <pc:spChg chg="add del mod">
          <ac:chgData name="Tín Lê MKT" userId="68e77276-d07b-41ff-80f1-8ca87a0e901e" providerId="ADAL" clId="{627355A0-4FC7-422E-9B93-C8E18597C1DC}" dt="2022-07-06T07:14:30.620" v="536"/>
          <ac:spMkLst>
            <pc:docMk/>
            <pc:sldMk cId="797121902" sldId="256"/>
            <ac:spMk id="3" creationId="{2341AD87-AAC8-03C5-FF92-7757792838EA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797121902" sldId="256"/>
            <ac:spMk id="3" creationId="{F2448BEA-E0CF-CCAC-3578-3B4E8C623001}"/>
          </ac:spMkLst>
        </pc:spChg>
        <pc:spChg chg="add del mod">
          <ac:chgData name="Tín Lê MKT" userId="68e77276-d07b-41ff-80f1-8ca87a0e901e" providerId="ADAL" clId="{627355A0-4FC7-422E-9B93-C8E18597C1DC}" dt="2022-07-06T07:14:47.414" v="538"/>
          <ac:spMkLst>
            <pc:docMk/>
            <pc:sldMk cId="797121902" sldId="256"/>
            <ac:spMk id="4" creationId="{23D95EB3-F96F-3D54-EF99-2411F7EB0B4B}"/>
          </ac:spMkLst>
        </pc:spChg>
        <pc:spChg chg="add mod">
          <ac:chgData name="Tín Lê MKT" userId="68e77276-d07b-41ff-80f1-8ca87a0e901e" providerId="ADAL" clId="{627355A0-4FC7-422E-9B93-C8E18597C1DC}" dt="2022-07-06T07:26:07.643" v="641"/>
          <ac:spMkLst>
            <pc:docMk/>
            <pc:sldMk cId="797121902" sldId="256"/>
            <ac:spMk id="4" creationId="{52F3B1CD-97C3-CC37-07CA-F8F7CDBEC740}"/>
          </ac:spMkLst>
        </pc:spChg>
        <pc:spChg chg="add del mod">
          <ac:chgData name="Tín Lê MKT" userId="68e77276-d07b-41ff-80f1-8ca87a0e901e" providerId="ADAL" clId="{627355A0-4FC7-422E-9B93-C8E18597C1DC}" dt="2022-07-06T07:14:47.414" v="538"/>
          <ac:spMkLst>
            <pc:docMk/>
            <pc:sldMk cId="797121902" sldId="256"/>
            <ac:spMk id="5" creationId="{7091204E-AB7F-CE00-6480-F64D0E5AD51D}"/>
          </ac:spMkLst>
        </pc:spChg>
        <pc:spChg chg="add del mod">
          <ac:chgData name="Tín Lê MKT" userId="68e77276-d07b-41ff-80f1-8ca87a0e901e" providerId="ADAL" clId="{627355A0-4FC7-422E-9B93-C8E18597C1DC}" dt="2022-07-06T07:14:47.609" v="539"/>
          <ac:spMkLst>
            <pc:docMk/>
            <pc:sldMk cId="797121902" sldId="256"/>
            <ac:spMk id="6" creationId="{10EC0C0B-3E5B-C057-353C-CCC1998DB787}"/>
          </ac:spMkLst>
        </pc:spChg>
        <pc:spChg chg="add del mod">
          <ac:chgData name="Tín Lê MKT" userId="68e77276-d07b-41ff-80f1-8ca87a0e901e" providerId="ADAL" clId="{627355A0-4FC7-422E-9B93-C8E18597C1DC}" dt="2022-07-06T07:14:47.609" v="539"/>
          <ac:spMkLst>
            <pc:docMk/>
            <pc:sldMk cId="797121902" sldId="256"/>
            <ac:spMk id="7" creationId="{E39C574E-4F62-B67D-86D0-E1F5531BF4C0}"/>
          </ac:spMkLst>
        </pc:spChg>
        <pc:spChg chg="add del mod">
          <ac:chgData name="Tín Lê MKT" userId="68e77276-d07b-41ff-80f1-8ca87a0e901e" providerId="ADAL" clId="{627355A0-4FC7-422E-9B93-C8E18597C1DC}" dt="2022-07-06T07:14:47.759" v="540"/>
          <ac:spMkLst>
            <pc:docMk/>
            <pc:sldMk cId="797121902" sldId="256"/>
            <ac:spMk id="8" creationId="{BDA49ECE-A70B-DEB2-1562-EBC80125E1A4}"/>
          </ac:spMkLst>
        </pc:spChg>
        <pc:spChg chg="add del mod">
          <ac:chgData name="Tín Lê MKT" userId="68e77276-d07b-41ff-80f1-8ca87a0e901e" providerId="ADAL" clId="{627355A0-4FC7-422E-9B93-C8E18597C1DC}" dt="2022-07-06T07:14:47.759" v="540"/>
          <ac:spMkLst>
            <pc:docMk/>
            <pc:sldMk cId="797121902" sldId="256"/>
            <ac:spMk id="9" creationId="{5B424199-996B-40BE-BC6B-85DE5B096782}"/>
          </ac:spMkLst>
        </pc:spChg>
        <pc:spChg chg="add del mod">
          <ac:chgData name="Tín Lê MKT" userId="68e77276-d07b-41ff-80f1-8ca87a0e901e" providerId="ADAL" clId="{627355A0-4FC7-422E-9B93-C8E18597C1DC}" dt="2022-07-06T07:15:11.197" v="542"/>
          <ac:spMkLst>
            <pc:docMk/>
            <pc:sldMk cId="797121902" sldId="256"/>
            <ac:spMk id="10" creationId="{C4C3C2D9-DC8C-A4C9-70AA-7581F6D6F958}"/>
          </ac:spMkLst>
        </pc:spChg>
        <pc:spChg chg="add del mod">
          <ac:chgData name="Tín Lê MKT" userId="68e77276-d07b-41ff-80f1-8ca87a0e901e" providerId="ADAL" clId="{627355A0-4FC7-422E-9B93-C8E18597C1DC}" dt="2022-07-06T07:15:11.197" v="542"/>
          <ac:spMkLst>
            <pc:docMk/>
            <pc:sldMk cId="797121902" sldId="256"/>
            <ac:spMk id="11" creationId="{9DC24C17-8934-5C56-4206-63A3C6814482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797121902" sldId="256"/>
            <ac:spMk id="12" creationId="{262B1E4B-D383-5CA7-7A36-F613B053D01A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797121902" sldId="256"/>
            <ac:spMk id="13" creationId="{CCB27FFA-BD71-A507-74ED-61C7A7DB6DBF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797121902" sldId="256"/>
            <ac:spMk id="14" creationId="{48C3ADF7-B856-C390-706F-0BACD722B593}"/>
          </ac:spMkLst>
        </pc:spChg>
      </pc:sldChg>
      <pc:sldChg chg="modSp del mod">
        <pc:chgData name="Tín Lê MKT" userId="68e77276-d07b-41ff-80f1-8ca87a0e901e" providerId="ADAL" clId="{627355A0-4FC7-422E-9B93-C8E18597C1DC}" dt="2022-07-06T04:31:32.415" v="308" actId="47"/>
        <pc:sldMkLst>
          <pc:docMk/>
          <pc:sldMk cId="1680353828" sldId="256"/>
        </pc:sldMkLst>
        <pc:picChg chg="mod">
          <ac:chgData name="Tín Lê MKT" userId="68e77276-d07b-41ff-80f1-8ca87a0e901e" providerId="ADAL" clId="{627355A0-4FC7-422E-9B93-C8E18597C1DC}" dt="2022-07-06T04:05:29.232" v="1" actId="1076"/>
          <ac:picMkLst>
            <pc:docMk/>
            <pc:sldMk cId="1680353828" sldId="256"/>
            <ac:picMk id="14" creationId="{2EBAAFCC-5E2C-014F-9FEF-1F3657C48B0C}"/>
          </ac:picMkLst>
        </pc:picChg>
      </pc:sldChg>
      <pc:sldChg chg="addSp delSp modSp new mod modClrScheme chgLayout">
        <pc:chgData name="Tín Lê MKT" userId="68e77276-d07b-41ff-80f1-8ca87a0e901e" providerId="ADAL" clId="{627355A0-4FC7-422E-9B93-C8E18597C1DC}" dt="2022-07-06T07:26:07.643" v="641"/>
        <pc:sldMkLst>
          <pc:docMk/>
          <pc:sldMk cId="105097713" sldId="257"/>
        </pc:sldMkLst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105097713" sldId="257"/>
            <ac:spMk id="2" creationId="{8B3A6E0E-7DCC-4F96-A725-7F468FCBF7B2}"/>
          </ac:spMkLst>
        </pc:spChg>
        <pc:spChg chg="del">
          <ac:chgData name="Tín Lê MKT" userId="68e77276-d07b-41ff-80f1-8ca87a0e901e" providerId="ADAL" clId="{627355A0-4FC7-422E-9B93-C8E18597C1DC}" dt="2022-07-06T04:31:50.388" v="314" actId="700"/>
          <ac:spMkLst>
            <pc:docMk/>
            <pc:sldMk cId="105097713" sldId="257"/>
            <ac:spMk id="2" creationId="{B31B4B6D-3239-BDD6-61CD-7E0C6D81E4AB}"/>
          </ac:spMkLst>
        </pc:spChg>
        <pc:spChg chg="add del mod">
          <ac:chgData name="Tín Lê MKT" userId="68e77276-d07b-41ff-80f1-8ca87a0e901e" providerId="ADAL" clId="{627355A0-4FC7-422E-9B93-C8E18597C1DC}" dt="2022-07-06T07:15:11.197" v="542"/>
          <ac:spMkLst>
            <pc:docMk/>
            <pc:sldMk cId="105097713" sldId="257"/>
            <ac:spMk id="2" creationId="{E9CD16FA-D2EC-D027-49FF-36E20A4FCD4C}"/>
          </ac:spMkLst>
        </pc:spChg>
        <pc:spChg chg="del">
          <ac:chgData name="Tín Lê MKT" userId="68e77276-d07b-41ff-80f1-8ca87a0e901e" providerId="ADAL" clId="{627355A0-4FC7-422E-9B93-C8E18597C1DC}" dt="2022-07-06T04:31:50.388" v="314" actId="700"/>
          <ac:spMkLst>
            <pc:docMk/>
            <pc:sldMk cId="105097713" sldId="257"/>
            <ac:spMk id="3" creationId="{790F17D4-DCFC-7C76-A630-87489B273D68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105097713" sldId="257"/>
            <ac:spMk id="3" creationId="{A16956FD-B1A4-E065-A3E3-126088848F36}"/>
          </ac:spMkLst>
        </pc:spChg>
        <pc:spChg chg="add mod">
          <ac:chgData name="Tín Lê MKT" userId="68e77276-d07b-41ff-80f1-8ca87a0e901e" providerId="ADAL" clId="{627355A0-4FC7-422E-9B93-C8E18597C1DC}" dt="2022-07-06T07:26:07.643" v="641"/>
          <ac:spMkLst>
            <pc:docMk/>
            <pc:sldMk cId="105097713" sldId="257"/>
            <ac:spMk id="3" creationId="{CD37DF99-A24C-5EB2-10AE-D0DFA7481ABF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105097713" sldId="257"/>
            <ac:spMk id="4" creationId="{026B8770-D79F-4939-5712-8889C64BB62E}"/>
          </ac:spMkLst>
        </pc:spChg>
        <pc:spChg chg="add mod">
          <ac:chgData name="Tín Lê MKT" userId="68e77276-d07b-41ff-80f1-8ca87a0e901e" providerId="ADAL" clId="{627355A0-4FC7-422E-9B93-C8E18597C1DC}" dt="2022-07-06T07:26:07.643" v="641"/>
          <ac:spMkLst>
            <pc:docMk/>
            <pc:sldMk cId="105097713" sldId="257"/>
            <ac:spMk id="4" creationId="{5C8FA709-2F6F-2D4A-DAC8-22AAE304F454}"/>
          </ac:spMkLst>
        </pc:spChg>
        <pc:spChg chg="del">
          <ac:chgData name="Tín Lê MKT" userId="68e77276-d07b-41ff-80f1-8ca87a0e901e" providerId="ADAL" clId="{627355A0-4FC7-422E-9B93-C8E18597C1DC}" dt="2022-07-06T04:31:50.388" v="314" actId="700"/>
          <ac:spMkLst>
            <pc:docMk/>
            <pc:sldMk cId="105097713" sldId="257"/>
            <ac:spMk id="4" creationId="{FADFAFCB-4F15-57A7-19E0-1198E24FE3B9}"/>
          </ac:spMkLst>
        </pc:spChg>
        <pc:spChg chg="del">
          <ac:chgData name="Tín Lê MKT" userId="68e77276-d07b-41ff-80f1-8ca87a0e901e" providerId="ADAL" clId="{627355A0-4FC7-422E-9B93-C8E18597C1DC}" dt="2022-07-06T04:31:50.388" v="314" actId="700"/>
          <ac:spMkLst>
            <pc:docMk/>
            <pc:sldMk cId="105097713" sldId="257"/>
            <ac:spMk id="5" creationId="{9A5B69BF-37A3-06BD-34BE-AACF1AD1BE9D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105097713" sldId="257"/>
            <ac:spMk id="5" creationId="{B39CC02E-F37B-4EA1-DA7A-E713920C1828}"/>
          </ac:spMkLst>
        </pc:spChg>
        <pc:spChg chg="mod ord">
          <ac:chgData name="Tín Lê MKT" userId="68e77276-d07b-41ff-80f1-8ca87a0e901e" providerId="ADAL" clId="{627355A0-4FC7-422E-9B93-C8E18597C1DC}" dt="2022-07-06T07:26:07.643" v="641"/>
          <ac:spMkLst>
            <pc:docMk/>
            <pc:sldMk cId="105097713" sldId="257"/>
            <ac:spMk id="6" creationId="{FC109F87-121D-E89E-085C-416F7C90B712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105097713" sldId="257"/>
            <ac:spMk id="7" creationId="{CF2E19F8-A0D8-A84F-AB5D-A66530E27707}"/>
          </ac:spMkLst>
        </pc:spChg>
        <pc:spChg chg="add del mod ord">
          <ac:chgData name="Tín Lê MKT" userId="68e77276-d07b-41ff-80f1-8ca87a0e901e" providerId="ADAL" clId="{627355A0-4FC7-422E-9B93-C8E18597C1DC}" dt="2022-07-06T04:36:03.682" v="405" actId="700"/>
          <ac:spMkLst>
            <pc:docMk/>
            <pc:sldMk cId="105097713" sldId="257"/>
            <ac:spMk id="7" creationId="{D7BC46F9-0362-322C-1791-33AE44E181E5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105097713" sldId="257"/>
            <ac:spMk id="8" creationId="{3B87A12F-F86B-2C66-BD95-D21AD6E856BB}"/>
          </ac:spMkLst>
        </pc:spChg>
        <pc:spChg chg="add del mod ord">
          <ac:chgData name="Tín Lê MKT" userId="68e77276-d07b-41ff-80f1-8ca87a0e901e" providerId="ADAL" clId="{627355A0-4FC7-422E-9B93-C8E18597C1DC}" dt="2022-07-06T04:36:03.682" v="405" actId="700"/>
          <ac:spMkLst>
            <pc:docMk/>
            <pc:sldMk cId="105097713" sldId="257"/>
            <ac:spMk id="8" creationId="{4D4C5CF0-BE25-2792-CE6F-5E925DCCA26E}"/>
          </ac:spMkLst>
        </pc:spChg>
        <pc:spChg chg="add del mod ord">
          <ac:chgData name="Tín Lê MKT" userId="68e77276-d07b-41ff-80f1-8ca87a0e901e" providerId="ADAL" clId="{627355A0-4FC7-422E-9B93-C8E18597C1DC}" dt="2022-07-06T04:36:03.682" v="405" actId="700"/>
          <ac:spMkLst>
            <pc:docMk/>
            <pc:sldMk cId="105097713" sldId="257"/>
            <ac:spMk id="9" creationId="{7B2406B8-CE59-4F1C-D45C-8BCEF5406338}"/>
          </ac:spMkLst>
        </pc:spChg>
        <pc:spChg chg="add del mod ord">
          <ac:chgData name="Tín Lê MKT" userId="68e77276-d07b-41ff-80f1-8ca87a0e901e" providerId="ADAL" clId="{627355A0-4FC7-422E-9B93-C8E18597C1DC}" dt="2022-07-06T04:36:03.682" v="405" actId="700"/>
          <ac:spMkLst>
            <pc:docMk/>
            <pc:sldMk cId="105097713" sldId="257"/>
            <ac:spMk id="10" creationId="{1A6F64F6-BE03-D0CA-81DB-F893CE2C423F}"/>
          </ac:spMkLst>
        </pc:spChg>
        <pc:spChg chg="add del mod ord">
          <ac:chgData name="Tín Lê MKT" userId="68e77276-d07b-41ff-80f1-8ca87a0e901e" providerId="ADAL" clId="{627355A0-4FC7-422E-9B93-C8E18597C1DC}" dt="2022-07-06T04:41:43.617" v="444" actId="700"/>
          <ac:spMkLst>
            <pc:docMk/>
            <pc:sldMk cId="105097713" sldId="257"/>
            <ac:spMk id="11" creationId="{A45E847F-891C-30AB-B224-BF305365C641}"/>
          </ac:spMkLst>
        </pc:spChg>
        <pc:spChg chg="add del mod ord">
          <ac:chgData name="Tín Lê MKT" userId="68e77276-d07b-41ff-80f1-8ca87a0e901e" providerId="ADAL" clId="{627355A0-4FC7-422E-9B93-C8E18597C1DC}" dt="2022-07-06T04:41:43.617" v="444" actId="700"/>
          <ac:spMkLst>
            <pc:docMk/>
            <pc:sldMk cId="105097713" sldId="257"/>
            <ac:spMk id="12" creationId="{2FFA7436-72FB-387A-F97D-AF787A20E08F}"/>
          </ac:spMkLst>
        </pc:spChg>
        <pc:spChg chg="add del mod ord">
          <ac:chgData name="Tín Lê MKT" userId="68e77276-d07b-41ff-80f1-8ca87a0e901e" providerId="ADAL" clId="{627355A0-4FC7-422E-9B93-C8E18597C1DC}" dt="2022-07-06T07:15:11.197" v="542"/>
          <ac:spMkLst>
            <pc:docMk/>
            <pc:sldMk cId="105097713" sldId="257"/>
            <ac:spMk id="13" creationId="{AB1C4446-E131-32D5-A8AF-C4AAB3091B2D}"/>
          </ac:spMkLst>
        </pc:spChg>
        <pc:spChg chg="add del mod ord">
          <ac:chgData name="Tín Lê MKT" userId="68e77276-d07b-41ff-80f1-8ca87a0e901e" providerId="ADAL" clId="{627355A0-4FC7-422E-9B93-C8E18597C1DC}" dt="2022-07-06T07:15:11.197" v="542"/>
          <ac:spMkLst>
            <pc:docMk/>
            <pc:sldMk cId="105097713" sldId="257"/>
            <ac:spMk id="14" creationId="{0A7C38C4-7C3C-4A29-DA2A-DF5FCB3597EB}"/>
          </ac:spMkLst>
        </pc:spChg>
      </pc:sldChg>
      <pc:sldChg chg="addSp delSp modSp new mod modClrScheme chgLayout">
        <pc:chgData name="Tín Lê MKT" userId="68e77276-d07b-41ff-80f1-8ca87a0e901e" providerId="ADAL" clId="{627355A0-4FC7-422E-9B93-C8E18597C1DC}" dt="2022-07-06T07:26:07.643" v="641"/>
        <pc:sldMkLst>
          <pc:docMk/>
          <pc:sldMk cId="96208269" sldId="258"/>
        </pc:sldMkLst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96208269" sldId="258"/>
            <ac:spMk id="2" creationId="{11A1C427-AA9A-FBBE-7DBB-365DC226C881}"/>
          </ac:spMkLst>
        </pc:spChg>
        <pc:spChg chg="del mod ord">
          <ac:chgData name="Tín Lê MKT" userId="68e77276-d07b-41ff-80f1-8ca87a0e901e" providerId="ADAL" clId="{627355A0-4FC7-422E-9B93-C8E18597C1DC}" dt="2022-07-06T04:36:08.280" v="406" actId="700"/>
          <ac:spMkLst>
            <pc:docMk/>
            <pc:sldMk cId="96208269" sldId="258"/>
            <ac:spMk id="2" creationId="{E500C1A3-86D7-5457-6FF2-FE38176535CC}"/>
          </ac:spMkLst>
        </pc:spChg>
        <pc:spChg chg="add del mod">
          <ac:chgData name="Tín Lê MKT" userId="68e77276-d07b-41ff-80f1-8ca87a0e901e" providerId="ADAL" clId="{627355A0-4FC7-422E-9B93-C8E18597C1DC}" dt="2022-07-06T07:15:11.197" v="542"/>
          <ac:spMkLst>
            <pc:docMk/>
            <pc:sldMk cId="96208269" sldId="258"/>
            <ac:spMk id="2" creationId="{F93DCAB7-BAC0-C649-46B0-880F3883FDD6}"/>
          </ac:spMkLst>
        </pc:spChg>
        <pc:spChg chg="del">
          <ac:chgData name="Tín Lê MKT" userId="68e77276-d07b-41ff-80f1-8ca87a0e901e" providerId="ADAL" clId="{627355A0-4FC7-422E-9B93-C8E18597C1DC}" dt="2022-07-06T04:36:08.280" v="406" actId="700"/>
          <ac:spMkLst>
            <pc:docMk/>
            <pc:sldMk cId="96208269" sldId="258"/>
            <ac:spMk id="3" creationId="{21625192-A7F9-5185-1E23-70A09BB1D7EE}"/>
          </ac:spMkLst>
        </pc:spChg>
        <pc:spChg chg="add mod">
          <ac:chgData name="Tín Lê MKT" userId="68e77276-d07b-41ff-80f1-8ca87a0e901e" providerId="ADAL" clId="{627355A0-4FC7-422E-9B93-C8E18597C1DC}" dt="2022-07-06T07:26:07.643" v="641"/>
          <ac:spMkLst>
            <pc:docMk/>
            <pc:sldMk cId="96208269" sldId="258"/>
            <ac:spMk id="3" creationId="{479A532C-1323-0427-37E5-51D377798D41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96208269" sldId="258"/>
            <ac:spMk id="3" creationId="{E51D7E0C-AEA8-79FA-80EE-6A54A422F9F1}"/>
          </ac:spMkLst>
        </pc:spChg>
        <pc:spChg chg="del">
          <ac:chgData name="Tín Lê MKT" userId="68e77276-d07b-41ff-80f1-8ca87a0e901e" providerId="ADAL" clId="{627355A0-4FC7-422E-9B93-C8E18597C1DC}" dt="2022-07-06T04:36:08.280" v="406" actId="700"/>
          <ac:spMkLst>
            <pc:docMk/>
            <pc:sldMk cId="96208269" sldId="258"/>
            <ac:spMk id="4" creationId="{2DFDACE9-2935-95D5-CFA0-EB83C32FD5E1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96208269" sldId="258"/>
            <ac:spMk id="4" creationId="{5D44FECB-4157-4126-FF04-10F7F4706FB3}"/>
          </ac:spMkLst>
        </pc:spChg>
        <pc:spChg chg="add mod">
          <ac:chgData name="Tín Lê MKT" userId="68e77276-d07b-41ff-80f1-8ca87a0e901e" providerId="ADAL" clId="{627355A0-4FC7-422E-9B93-C8E18597C1DC}" dt="2022-07-06T07:26:07.643" v="641"/>
          <ac:spMkLst>
            <pc:docMk/>
            <pc:sldMk cId="96208269" sldId="258"/>
            <ac:spMk id="4" creationId="{A2F57E17-A519-8A93-4A7F-F55F7DF3EF79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96208269" sldId="258"/>
            <ac:spMk id="5" creationId="{B2718E89-3BE8-80A3-0D4D-53CA42C8353C}"/>
          </ac:spMkLst>
        </pc:spChg>
        <pc:spChg chg="del">
          <ac:chgData name="Tín Lê MKT" userId="68e77276-d07b-41ff-80f1-8ca87a0e901e" providerId="ADAL" clId="{627355A0-4FC7-422E-9B93-C8E18597C1DC}" dt="2022-07-06T04:36:08.280" v="406" actId="700"/>
          <ac:spMkLst>
            <pc:docMk/>
            <pc:sldMk cId="96208269" sldId="258"/>
            <ac:spMk id="5" creationId="{E2EDE34D-149D-69C9-48BB-C8812EF7FEE4}"/>
          </ac:spMkLst>
        </pc:spChg>
        <pc:spChg chg="mod ord">
          <ac:chgData name="Tín Lê MKT" userId="68e77276-d07b-41ff-80f1-8ca87a0e901e" providerId="ADAL" clId="{627355A0-4FC7-422E-9B93-C8E18597C1DC}" dt="2022-07-06T07:26:07.643" v="641"/>
          <ac:spMkLst>
            <pc:docMk/>
            <pc:sldMk cId="96208269" sldId="258"/>
            <ac:spMk id="6" creationId="{5E8BDD0D-05A1-BCBB-9F1F-2A78E89D21DA}"/>
          </ac:spMkLst>
        </pc:spChg>
        <pc:spChg chg="add del mod ord">
          <ac:chgData name="Tín Lê MKT" userId="68e77276-d07b-41ff-80f1-8ca87a0e901e" providerId="ADAL" clId="{627355A0-4FC7-422E-9B93-C8E18597C1DC}" dt="2022-07-06T07:15:11.197" v="542"/>
          <ac:spMkLst>
            <pc:docMk/>
            <pc:sldMk cId="96208269" sldId="258"/>
            <ac:spMk id="7" creationId="{8C4EB8ED-C213-B5AE-0178-85BCF52437AE}"/>
          </ac:spMkLst>
        </pc:spChg>
        <pc:spChg chg="add del mod ord">
          <ac:chgData name="Tín Lê MKT" userId="68e77276-d07b-41ff-80f1-8ca87a0e901e" providerId="ADAL" clId="{627355A0-4FC7-422E-9B93-C8E18597C1DC}" dt="2022-07-06T07:15:11.197" v="542"/>
          <ac:spMkLst>
            <pc:docMk/>
            <pc:sldMk cId="96208269" sldId="258"/>
            <ac:spMk id="8" creationId="{AE3C3200-7B8C-7736-A965-E89DDB60C87D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96208269" sldId="258"/>
            <ac:spMk id="9" creationId="{0DF2A130-8FDB-ACD2-E06A-F6D0548FB46B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96208269" sldId="258"/>
            <ac:spMk id="10" creationId="{18F8B948-6580-438A-B986-BB66C89C9883}"/>
          </ac:spMkLst>
        </pc:spChg>
      </pc:sldChg>
      <pc:sldChg chg="addSp delSp modSp new mod modClrScheme chgLayout">
        <pc:chgData name="Tín Lê MKT" userId="68e77276-d07b-41ff-80f1-8ca87a0e901e" providerId="ADAL" clId="{627355A0-4FC7-422E-9B93-C8E18597C1DC}" dt="2022-07-06T07:26:07.643" v="641"/>
        <pc:sldMkLst>
          <pc:docMk/>
          <pc:sldMk cId="2248281046" sldId="259"/>
        </pc:sldMkLst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2248281046" sldId="259"/>
            <ac:spMk id="2" creationId="{20196D8E-B941-B69D-EC7C-5F13BE2749E4}"/>
          </ac:spMkLst>
        </pc:spChg>
        <pc:spChg chg="add del mod">
          <ac:chgData name="Tín Lê MKT" userId="68e77276-d07b-41ff-80f1-8ca87a0e901e" providerId="ADAL" clId="{627355A0-4FC7-422E-9B93-C8E18597C1DC}" dt="2022-07-06T07:15:11.197" v="542"/>
          <ac:spMkLst>
            <pc:docMk/>
            <pc:sldMk cId="2248281046" sldId="259"/>
            <ac:spMk id="2" creationId="{39E3D8E7-82EB-DA97-3850-6476EB499DDC}"/>
          </ac:spMkLst>
        </pc:spChg>
        <pc:spChg chg="del mod ord">
          <ac:chgData name="Tín Lê MKT" userId="68e77276-d07b-41ff-80f1-8ca87a0e901e" providerId="ADAL" clId="{627355A0-4FC7-422E-9B93-C8E18597C1DC}" dt="2022-07-06T04:36:20.728" v="407" actId="700"/>
          <ac:spMkLst>
            <pc:docMk/>
            <pc:sldMk cId="2248281046" sldId="259"/>
            <ac:spMk id="2" creationId="{8762A9B1-673B-E4A1-A323-C1ACE04098DF}"/>
          </ac:spMkLst>
        </pc:spChg>
        <pc:spChg chg="add mod">
          <ac:chgData name="Tín Lê MKT" userId="68e77276-d07b-41ff-80f1-8ca87a0e901e" providerId="ADAL" clId="{627355A0-4FC7-422E-9B93-C8E18597C1DC}" dt="2022-07-06T07:26:07.643" v="641"/>
          <ac:spMkLst>
            <pc:docMk/>
            <pc:sldMk cId="2248281046" sldId="259"/>
            <ac:spMk id="3" creationId="{31453684-3164-3BA7-B71E-DE00E2D6167B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2248281046" sldId="259"/>
            <ac:spMk id="3" creationId="{48418A6C-B803-0E00-AE60-6818A12FCED7}"/>
          </ac:spMkLst>
        </pc:spChg>
        <pc:spChg chg="del mod ord">
          <ac:chgData name="Tín Lê MKT" userId="68e77276-d07b-41ff-80f1-8ca87a0e901e" providerId="ADAL" clId="{627355A0-4FC7-422E-9B93-C8E18597C1DC}" dt="2022-07-06T04:36:20.728" v="407" actId="700"/>
          <ac:spMkLst>
            <pc:docMk/>
            <pc:sldMk cId="2248281046" sldId="259"/>
            <ac:spMk id="3" creationId="{FBA79D42-349C-E685-7C2E-0463BEAEE7CF}"/>
          </ac:spMkLst>
        </pc:spChg>
        <pc:spChg chg="add mod">
          <ac:chgData name="Tín Lê MKT" userId="68e77276-d07b-41ff-80f1-8ca87a0e901e" providerId="ADAL" clId="{627355A0-4FC7-422E-9B93-C8E18597C1DC}" dt="2022-07-06T07:26:07.643" v="641"/>
          <ac:spMkLst>
            <pc:docMk/>
            <pc:sldMk cId="2248281046" sldId="259"/>
            <ac:spMk id="4" creationId="{76CCC0F9-9C08-468A-87C3-208B943FA03F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2248281046" sldId="259"/>
            <ac:spMk id="4" creationId="{F16AE3FE-C771-5692-81CA-E0353CC754FA}"/>
          </ac:spMkLst>
        </pc:spChg>
        <pc:spChg chg="del">
          <ac:chgData name="Tín Lê MKT" userId="68e77276-d07b-41ff-80f1-8ca87a0e901e" providerId="ADAL" clId="{627355A0-4FC7-422E-9B93-C8E18597C1DC}" dt="2022-07-06T04:36:20.728" v="407" actId="700"/>
          <ac:spMkLst>
            <pc:docMk/>
            <pc:sldMk cId="2248281046" sldId="259"/>
            <ac:spMk id="4" creationId="{F41643FD-715F-4D63-944C-3D3663E56782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2248281046" sldId="259"/>
            <ac:spMk id="5" creationId="{296F37A0-3D02-C7F5-3B0B-8E577931FF96}"/>
          </ac:spMkLst>
        </pc:spChg>
        <pc:spChg chg="del">
          <ac:chgData name="Tín Lê MKT" userId="68e77276-d07b-41ff-80f1-8ca87a0e901e" providerId="ADAL" clId="{627355A0-4FC7-422E-9B93-C8E18597C1DC}" dt="2022-07-06T04:36:20.728" v="407" actId="700"/>
          <ac:spMkLst>
            <pc:docMk/>
            <pc:sldMk cId="2248281046" sldId="259"/>
            <ac:spMk id="5" creationId="{42F2D7D1-11A3-116D-0A49-3EB54B04145F}"/>
          </ac:spMkLst>
        </pc:spChg>
        <pc:spChg chg="mod ord">
          <ac:chgData name="Tín Lê MKT" userId="68e77276-d07b-41ff-80f1-8ca87a0e901e" providerId="ADAL" clId="{627355A0-4FC7-422E-9B93-C8E18597C1DC}" dt="2022-07-06T07:26:07.643" v="641"/>
          <ac:spMkLst>
            <pc:docMk/>
            <pc:sldMk cId="2248281046" sldId="259"/>
            <ac:spMk id="6" creationId="{5F7468A7-8DF6-7879-C7AE-BD1C7EEA33A4}"/>
          </ac:spMkLst>
        </pc:spChg>
        <pc:spChg chg="add del mod ord">
          <ac:chgData name="Tín Lê MKT" userId="68e77276-d07b-41ff-80f1-8ca87a0e901e" providerId="ADAL" clId="{627355A0-4FC7-422E-9B93-C8E18597C1DC}" dt="2022-07-06T07:15:11.197" v="542"/>
          <ac:spMkLst>
            <pc:docMk/>
            <pc:sldMk cId="2248281046" sldId="259"/>
            <ac:spMk id="7" creationId="{0FD09934-100D-50BE-4BCB-D86FF3C49CDC}"/>
          </ac:spMkLst>
        </pc:spChg>
        <pc:spChg chg="add del mod ord">
          <ac:chgData name="Tín Lê MKT" userId="68e77276-d07b-41ff-80f1-8ca87a0e901e" providerId="ADAL" clId="{627355A0-4FC7-422E-9B93-C8E18597C1DC}" dt="2022-07-06T07:15:11.197" v="542"/>
          <ac:spMkLst>
            <pc:docMk/>
            <pc:sldMk cId="2248281046" sldId="259"/>
            <ac:spMk id="8" creationId="{74D22AE3-D2DF-5B03-50D6-0EF142051156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2248281046" sldId="259"/>
            <ac:spMk id="9" creationId="{0AE2F4A1-605F-4E49-E3B9-78A7C0106654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2248281046" sldId="259"/>
            <ac:spMk id="10" creationId="{CE6F21C5-D2BA-E6FF-9BBD-E1EA89C244AC}"/>
          </ac:spMkLst>
        </pc:spChg>
      </pc:sldChg>
      <pc:sldChg chg="addSp delSp modSp new mod modClrScheme chgLayout">
        <pc:chgData name="Tín Lê MKT" userId="68e77276-d07b-41ff-80f1-8ca87a0e901e" providerId="ADAL" clId="{627355A0-4FC7-422E-9B93-C8E18597C1DC}" dt="2022-07-06T07:26:07.643" v="641"/>
        <pc:sldMkLst>
          <pc:docMk/>
          <pc:sldMk cId="1709978996" sldId="260"/>
        </pc:sldMkLst>
        <pc:spChg chg="del">
          <ac:chgData name="Tín Lê MKT" userId="68e77276-d07b-41ff-80f1-8ca87a0e901e" providerId="ADAL" clId="{627355A0-4FC7-422E-9B93-C8E18597C1DC}" dt="2022-07-06T04:36:28.878" v="409" actId="700"/>
          <ac:spMkLst>
            <pc:docMk/>
            <pc:sldMk cId="1709978996" sldId="260"/>
            <ac:spMk id="2" creationId="{1CB1F9E3-4AB7-FC96-E5BE-1B22170582F6}"/>
          </ac:spMkLst>
        </pc:spChg>
        <pc:spChg chg="add del mod">
          <ac:chgData name="Tín Lê MKT" userId="68e77276-d07b-41ff-80f1-8ca87a0e901e" providerId="ADAL" clId="{627355A0-4FC7-422E-9B93-C8E18597C1DC}" dt="2022-07-06T07:15:11.197" v="542"/>
          <ac:spMkLst>
            <pc:docMk/>
            <pc:sldMk cId="1709978996" sldId="260"/>
            <ac:spMk id="2" creationId="{9C869691-07A2-4D73-906F-5435E2BACD6B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1709978996" sldId="260"/>
            <ac:spMk id="2" creationId="{F5DFF62D-E6D5-A022-AE97-4BDA6CCEA9FA}"/>
          </ac:spMkLst>
        </pc:spChg>
        <pc:spChg chg="del mod ord">
          <ac:chgData name="Tín Lê MKT" userId="68e77276-d07b-41ff-80f1-8ca87a0e901e" providerId="ADAL" clId="{627355A0-4FC7-422E-9B93-C8E18597C1DC}" dt="2022-07-06T04:36:28.878" v="409" actId="700"/>
          <ac:spMkLst>
            <pc:docMk/>
            <pc:sldMk cId="1709978996" sldId="260"/>
            <ac:spMk id="3" creationId="{3681D3E0-9366-4521-59A7-9C6241EA97F2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1709978996" sldId="260"/>
            <ac:spMk id="3" creationId="{50A5AC73-ADB1-0388-5F6F-2DF61C7863CE}"/>
          </ac:spMkLst>
        </pc:spChg>
        <pc:spChg chg="add mod">
          <ac:chgData name="Tín Lê MKT" userId="68e77276-d07b-41ff-80f1-8ca87a0e901e" providerId="ADAL" clId="{627355A0-4FC7-422E-9B93-C8E18597C1DC}" dt="2022-07-06T07:26:07.643" v="641"/>
          <ac:spMkLst>
            <pc:docMk/>
            <pc:sldMk cId="1709978996" sldId="260"/>
            <ac:spMk id="3" creationId="{55C3F324-5234-5828-F6EC-B237E1E50FB4}"/>
          </ac:spMkLst>
        </pc:spChg>
        <pc:spChg chg="mod ord">
          <ac:chgData name="Tín Lê MKT" userId="68e77276-d07b-41ff-80f1-8ca87a0e901e" providerId="ADAL" clId="{627355A0-4FC7-422E-9B93-C8E18597C1DC}" dt="2022-07-06T07:26:07.643" v="641"/>
          <ac:spMkLst>
            <pc:docMk/>
            <pc:sldMk cId="1709978996" sldId="260"/>
            <ac:spMk id="4" creationId="{8BDF3BED-1646-B88C-40F6-5DF803FD7E51}"/>
          </ac:spMkLst>
        </pc:spChg>
        <pc:spChg chg="add del mod ord">
          <ac:chgData name="Tín Lê MKT" userId="68e77276-d07b-41ff-80f1-8ca87a0e901e" providerId="ADAL" clId="{627355A0-4FC7-422E-9B93-C8E18597C1DC}" dt="2022-07-06T07:15:11.197" v="542"/>
          <ac:spMkLst>
            <pc:docMk/>
            <pc:sldMk cId="1709978996" sldId="260"/>
            <ac:spMk id="5" creationId="{25048028-9008-3469-4BD7-31E0A6FD6A58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1709978996" sldId="260"/>
            <ac:spMk id="6" creationId="{8857149E-616D-9369-B36F-32C9BF9A949D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1709978996" sldId="260"/>
            <ac:spMk id="7" creationId="{762B09A7-7460-6661-56E5-4F2207A0F2EC}"/>
          </ac:spMkLst>
        </pc:spChg>
      </pc:sldChg>
      <pc:sldChg chg="addSp delSp modSp new mod modClrScheme chgLayout">
        <pc:chgData name="Tín Lê MKT" userId="68e77276-d07b-41ff-80f1-8ca87a0e901e" providerId="ADAL" clId="{627355A0-4FC7-422E-9B93-C8E18597C1DC}" dt="2022-07-06T07:26:07.643" v="641"/>
        <pc:sldMkLst>
          <pc:docMk/>
          <pc:sldMk cId="575039323" sldId="261"/>
        </pc:sldMkLst>
        <pc:spChg chg="mod ord">
          <ac:chgData name="Tín Lê MKT" userId="68e77276-d07b-41ff-80f1-8ca87a0e901e" providerId="ADAL" clId="{627355A0-4FC7-422E-9B93-C8E18597C1DC}" dt="2022-07-06T07:26:07.643" v="641"/>
          <ac:spMkLst>
            <pc:docMk/>
            <pc:sldMk cId="575039323" sldId="261"/>
            <ac:spMk id="2" creationId="{489044C0-25EC-93A5-6558-7E3AD51E11E4}"/>
          </ac:spMkLst>
        </pc:spChg>
        <pc:spChg chg="del mod ord">
          <ac:chgData name="Tín Lê MKT" userId="68e77276-d07b-41ff-80f1-8ca87a0e901e" providerId="ADAL" clId="{627355A0-4FC7-422E-9B93-C8E18597C1DC}" dt="2022-07-06T04:36:35.437" v="411" actId="700"/>
          <ac:spMkLst>
            <pc:docMk/>
            <pc:sldMk cId="575039323" sldId="261"/>
            <ac:spMk id="3" creationId="{1FA5F6FD-6867-8092-7C48-C8A4D6ECE6EC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575039323" sldId="261"/>
            <ac:spMk id="3" creationId="{49CC4E22-610F-0883-B2B2-59D93300469C}"/>
          </ac:spMkLst>
        </pc:spChg>
        <pc:spChg chg="add del mod">
          <ac:chgData name="Tín Lê MKT" userId="68e77276-d07b-41ff-80f1-8ca87a0e901e" providerId="ADAL" clId="{627355A0-4FC7-422E-9B93-C8E18597C1DC}" dt="2022-07-06T07:15:11.197" v="542"/>
          <ac:spMkLst>
            <pc:docMk/>
            <pc:sldMk cId="575039323" sldId="261"/>
            <ac:spMk id="3" creationId="{B7D71006-8E0E-F4D6-35CB-DF172B7C09EA}"/>
          </ac:spMkLst>
        </pc:spChg>
        <pc:spChg chg="add del mod ord">
          <ac:chgData name="Tín Lê MKT" userId="68e77276-d07b-41ff-80f1-8ca87a0e901e" providerId="ADAL" clId="{627355A0-4FC7-422E-9B93-C8E18597C1DC}" dt="2022-07-06T07:15:11.197" v="542"/>
          <ac:spMkLst>
            <pc:docMk/>
            <pc:sldMk cId="575039323" sldId="261"/>
            <ac:spMk id="4" creationId="{361B002F-D4FD-E541-305F-AAEEDF1D7EC2}"/>
          </ac:spMkLst>
        </pc:spChg>
        <pc:spChg chg="add mod">
          <ac:chgData name="Tín Lê MKT" userId="68e77276-d07b-41ff-80f1-8ca87a0e901e" providerId="ADAL" clId="{627355A0-4FC7-422E-9B93-C8E18597C1DC}" dt="2022-07-06T07:26:07.643" v="641"/>
          <ac:spMkLst>
            <pc:docMk/>
            <pc:sldMk cId="575039323" sldId="261"/>
            <ac:spMk id="4" creationId="{D633CA8D-A761-679A-69FA-40814E5A6AF8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575039323" sldId="261"/>
            <ac:spMk id="5" creationId="{9CB2768C-9334-F45B-398E-0BFCA25428F5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575039323" sldId="261"/>
            <ac:spMk id="6" creationId="{CA8A14F5-6710-3644-DDFC-E65A10AE6A03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575039323" sldId="261"/>
            <ac:spMk id="7" creationId="{3DE0D903-4D33-5C30-F54E-5B122A570D02}"/>
          </ac:spMkLst>
        </pc:spChg>
      </pc:sldChg>
      <pc:sldChg chg="addSp delSp modSp new mod modClrScheme chgLayout">
        <pc:chgData name="Tín Lê MKT" userId="68e77276-d07b-41ff-80f1-8ca87a0e901e" providerId="ADAL" clId="{627355A0-4FC7-422E-9B93-C8E18597C1DC}" dt="2022-07-06T07:26:07.643" v="641"/>
        <pc:sldMkLst>
          <pc:docMk/>
          <pc:sldMk cId="1719874328" sldId="262"/>
        </pc:sldMkLst>
        <pc:spChg chg="mod ord">
          <ac:chgData name="Tín Lê MKT" userId="68e77276-d07b-41ff-80f1-8ca87a0e901e" providerId="ADAL" clId="{627355A0-4FC7-422E-9B93-C8E18597C1DC}" dt="2022-07-06T07:26:07.643" v="641"/>
          <ac:spMkLst>
            <pc:docMk/>
            <pc:sldMk cId="1719874328" sldId="262"/>
            <ac:spMk id="2" creationId="{D135D710-4D4F-7CB3-F40E-64BAE38F733C}"/>
          </ac:spMkLst>
        </pc:spChg>
        <pc:spChg chg="add del mod">
          <ac:chgData name="Tín Lê MKT" userId="68e77276-d07b-41ff-80f1-8ca87a0e901e" providerId="ADAL" clId="{627355A0-4FC7-422E-9B93-C8E18597C1DC}" dt="2022-07-06T07:15:05.795" v="541"/>
          <ac:spMkLst>
            <pc:docMk/>
            <pc:sldMk cId="1719874328" sldId="262"/>
            <ac:spMk id="3" creationId="{14370F06-79B6-011F-C87B-ECE2ABA9C51C}"/>
          </ac:spMkLst>
        </pc:spChg>
        <pc:spChg chg="del">
          <ac:chgData name="Tín Lê MKT" userId="68e77276-d07b-41ff-80f1-8ca87a0e901e" providerId="ADAL" clId="{627355A0-4FC7-422E-9B93-C8E18597C1DC}" dt="2022-07-06T04:36:40.093" v="413" actId="700"/>
          <ac:spMkLst>
            <pc:docMk/>
            <pc:sldMk cId="1719874328" sldId="262"/>
            <ac:spMk id="3" creationId="{306042D3-4367-6362-ADB6-BFCDE86D002D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1719874328" sldId="262"/>
            <ac:spMk id="3" creationId="{3EA6BAE5-43CF-F04C-110C-68BF84F480BF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1719874328" sldId="262"/>
            <ac:spMk id="4" creationId="{4F5CF9E9-C894-8159-0AB3-ED9663A04C88}"/>
          </ac:spMkLst>
        </pc:spChg>
        <pc:spChg chg="add del mod">
          <ac:chgData name="Tín Lê MKT" userId="68e77276-d07b-41ff-80f1-8ca87a0e901e" providerId="ADAL" clId="{627355A0-4FC7-422E-9B93-C8E18597C1DC}" dt="2022-07-06T07:15:11.197" v="542"/>
          <ac:spMkLst>
            <pc:docMk/>
            <pc:sldMk cId="1719874328" sldId="262"/>
            <ac:spMk id="4" creationId="{8622A5C8-26AE-47E9-AA9D-86A34EB9F188}"/>
          </ac:spMkLst>
        </pc:spChg>
        <pc:spChg chg="add del mod">
          <ac:chgData name="Tín Lê MKT" userId="68e77276-d07b-41ff-80f1-8ca87a0e901e" providerId="ADAL" clId="{627355A0-4FC7-422E-9B93-C8E18597C1DC}" dt="2022-07-06T07:15:11.197" v="542"/>
          <ac:spMkLst>
            <pc:docMk/>
            <pc:sldMk cId="1719874328" sldId="262"/>
            <ac:spMk id="5" creationId="{AB3FB3E5-9301-E305-5503-7D30B33B8181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1719874328" sldId="262"/>
            <ac:spMk id="6" creationId="{FF6D92C6-0C49-7936-8E45-FE190B4EC1CC}"/>
          </ac:spMkLst>
        </pc:spChg>
        <pc:spChg chg="add del mod">
          <ac:chgData name="Tín Lê MKT" userId="68e77276-d07b-41ff-80f1-8ca87a0e901e" providerId="ADAL" clId="{627355A0-4FC7-422E-9B93-C8E18597C1DC}" dt="2022-07-06T07:15:11.520" v="543"/>
          <ac:spMkLst>
            <pc:docMk/>
            <pc:sldMk cId="1719874328" sldId="262"/>
            <ac:spMk id="7" creationId="{E55B2C67-B810-C46D-DF4E-B037BA31A4B3}"/>
          </ac:spMkLst>
        </pc:spChg>
        <pc:spChg chg="add del mod">
          <ac:chgData name="Tín Lê MKT" userId="68e77276-d07b-41ff-80f1-8ca87a0e901e" providerId="ADAL" clId="{627355A0-4FC7-422E-9B93-C8E18597C1DC}" dt="2022-07-06T07:17:50.211" v="610"/>
          <ac:spMkLst>
            <pc:docMk/>
            <pc:sldMk cId="1719874328" sldId="262"/>
            <ac:spMk id="8" creationId="{6D6A621E-08C6-53AC-3BD6-E9C9F65F9271}"/>
          </ac:spMkLst>
        </pc:spChg>
        <pc:spChg chg="add del mod">
          <ac:chgData name="Tín Lê MKT" userId="68e77276-d07b-41ff-80f1-8ca87a0e901e" providerId="ADAL" clId="{627355A0-4FC7-422E-9B93-C8E18597C1DC}" dt="2022-07-06T07:17:33.350" v="601"/>
          <ac:spMkLst>
            <pc:docMk/>
            <pc:sldMk cId="1719874328" sldId="262"/>
            <ac:spMk id="9" creationId="{39E6CC4C-9786-5CA5-1DB6-01734FA416B7}"/>
          </ac:spMkLst>
        </pc:spChg>
        <pc:spChg chg="add del mod">
          <ac:chgData name="Tín Lê MKT" userId="68e77276-d07b-41ff-80f1-8ca87a0e901e" providerId="ADAL" clId="{627355A0-4FC7-422E-9B93-C8E18597C1DC}" dt="2022-07-06T07:17:33.350" v="601"/>
          <ac:spMkLst>
            <pc:docMk/>
            <pc:sldMk cId="1719874328" sldId="262"/>
            <ac:spMk id="10" creationId="{91837001-39EA-8076-5C8E-9705E4CCE798}"/>
          </ac:spMkLst>
        </pc:spChg>
        <pc:spChg chg="add del mod">
          <ac:chgData name="Tín Lê MKT" userId="68e77276-d07b-41ff-80f1-8ca87a0e901e" providerId="ADAL" clId="{627355A0-4FC7-422E-9B93-C8E18597C1DC}" dt="2022-07-06T07:17:50.211" v="610"/>
          <ac:spMkLst>
            <pc:docMk/>
            <pc:sldMk cId="1719874328" sldId="262"/>
            <ac:spMk id="11" creationId="{55C836F5-C23D-887D-14D8-3D40CA5838DE}"/>
          </ac:spMkLst>
        </pc:spChg>
        <pc:spChg chg="add del mod">
          <ac:chgData name="Tín Lê MKT" userId="68e77276-d07b-41ff-80f1-8ca87a0e901e" providerId="ADAL" clId="{627355A0-4FC7-422E-9B93-C8E18597C1DC}" dt="2022-07-06T07:17:50.483" v="611"/>
          <ac:spMkLst>
            <pc:docMk/>
            <pc:sldMk cId="1719874328" sldId="262"/>
            <ac:spMk id="12" creationId="{71490AF5-8066-F97B-ACC7-B91C64D0A97F}"/>
          </ac:spMkLst>
        </pc:spChg>
        <pc:spChg chg="add del mod">
          <ac:chgData name="Tín Lê MKT" userId="68e77276-d07b-41ff-80f1-8ca87a0e901e" providerId="ADAL" clId="{627355A0-4FC7-422E-9B93-C8E18597C1DC}" dt="2022-07-06T07:17:50.483" v="611"/>
          <ac:spMkLst>
            <pc:docMk/>
            <pc:sldMk cId="1719874328" sldId="262"/>
            <ac:spMk id="13" creationId="{533D63EC-7AC1-84BA-3C25-20F54DAE352C}"/>
          </ac:spMkLst>
        </pc:spChg>
        <pc:spChg chg="add del mod">
          <ac:chgData name="Tín Lê MKT" userId="68e77276-d07b-41ff-80f1-8ca87a0e901e" providerId="ADAL" clId="{627355A0-4FC7-422E-9B93-C8E18597C1DC}" dt="2022-07-06T07:17:50.638" v="612"/>
          <ac:spMkLst>
            <pc:docMk/>
            <pc:sldMk cId="1719874328" sldId="262"/>
            <ac:spMk id="14" creationId="{55D2A584-07EF-7BB9-403D-329BBF47FFA0}"/>
          </ac:spMkLst>
        </pc:spChg>
        <pc:spChg chg="add del mod">
          <ac:chgData name="Tín Lê MKT" userId="68e77276-d07b-41ff-80f1-8ca87a0e901e" providerId="ADAL" clId="{627355A0-4FC7-422E-9B93-C8E18597C1DC}" dt="2022-07-06T07:17:50.638" v="612"/>
          <ac:spMkLst>
            <pc:docMk/>
            <pc:sldMk cId="1719874328" sldId="262"/>
            <ac:spMk id="15" creationId="{8A498B8E-D2D3-BC7F-42C1-7FA7DB49FA23}"/>
          </ac:spMkLst>
        </pc:spChg>
        <pc:spChg chg="add del mod">
          <ac:chgData name="Tín Lê MKT" userId="68e77276-d07b-41ff-80f1-8ca87a0e901e" providerId="ADAL" clId="{627355A0-4FC7-422E-9B93-C8E18597C1DC}" dt="2022-07-06T07:26:07.643" v="641"/>
          <ac:spMkLst>
            <pc:docMk/>
            <pc:sldMk cId="1719874328" sldId="262"/>
            <ac:spMk id="16" creationId="{00F4433B-C065-9873-12DA-B7DB8C2AA9B2}"/>
          </ac:spMkLst>
        </pc:spChg>
        <pc:spChg chg="add del mod">
          <ac:chgData name="Tín Lê MKT" userId="68e77276-d07b-41ff-80f1-8ca87a0e901e" providerId="ADAL" clId="{627355A0-4FC7-422E-9B93-C8E18597C1DC}" dt="2022-07-06T07:18:00.076" v="618"/>
          <ac:spMkLst>
            <pc:docMk/>
            <pc:sldMk cId="1719874328" sldId="262"/>
            <ac:spMk id="17" creationId="{A2D92BB9-AF48-D247-A80C-65F65B23DAE7}"/>
          </ac:spMkLst>
        </pc:spChg>
        <pc:spChg chg="add del mod">
          <ac:chgData name="Tín Lê MKT" userId="68e77276-d07b-41ff-80f1-8ca87a0e901e" providerId="ADAL" clId="{627355A0-4FC7-422E-9B93-C8E18597C1DC}" dt="2022-07-06T07:18:00.076" v="618"/>
          <ac:spMkLst>
            <pc:docMk/>
            <pc:sldMk cId="1719874328" sldId="262"/>
            <ac:spMk id="18" creationId="{11E945AE-E6D1-D11C-4CC7-AB97429DC355}"/>
          </ac:spMkLst>
        </pc:spChg>
        <pc:spChg chg="add del mod">
          <ac:chgData name="Tín Lê MKT" userId="68e77276-d07b-41ff-80f1-8ca87a0e901e" providerId="ADAL" clId="{627355A0-4FC7-422E-9B93-C8E18597C1DC}" dt="2022-07-06T07:18:31.744" v="638"/>
          <ac:spMkLst>
            <pc:docMk/>
            <pc:sldMk cId="1719874328" sldId="262"/>
            <ac:spMk id="19" creationId="{1B4BB683-FF98-5FBF-1B79-51009175CFEB}"/>
          </ac:spMkLst>
        </pc:spChg>
        <pc:spChg chg="add del mod">
          <ac:chgData name="Tín Lê MKT" userId="68e77276-d07b-41ff-80f1-8ca87a0e901e" providerId="ADAL" clId="{627355A0-4FC7-422E-9B93-C8E18597C1DC}" dt="2022-07-06T07:18:31.744" v="638"/>
          <ac:spMkLst>
            <pc:docMk/>
            <pc:sldMk cId="1719874328" sldId="262"/>
            <ac:spMk id="20" creationId="{B99DB0A6-6581-793F-3C0F-1832288C59AC}"/>
          </ac:spMkLst>
        </pc:spChg>
        <pc:spChg chg="add del mod">
          <ac:chgData name="Tín Lê MKT" userId="68e77276-d07b-41ff-80f1-8ca87a0e901e" providerId="ADAL" clId="{627355A0-4FC7-422E-9B93-C8E18597C1DC}" dt="2022-07-06T07:18:31.919" v="639"/>
          <ac:spMkLst>
            <pc:docMk/>
            <pc:sldMk cId="1719874328" sldId="262"/>
            <ac:spMk id="21" creationId="{FFD78371-E722-2D44-6B25-11A585EB78F9}"/>
          </ac:spMkLst>
        </pc:spChg>
        <pc:spChg chg="add del mod">
          <ac:chgData name="Tín Lê MKT" userId="68e77276-d07b-41ff-80f1-8ca87a0e901e" providerId="ADAL" clId="{627355A0-4FC7-422E-9B93-C8E18597C1DC}" dt="2022-07-06T07:18:31.919" v="639"/>
          <ac:spMkLst>
            <pc:docMk/>
            <pc:sldMk cId="1719874328" sldId="262"/>
            <ac:spMk id="22" creationId="{6F564D68-FDC3-6E28-6D7E-6C363D5C9981}"/>
          </ac:spMkLst>
        </pc:spChg>
      </pc:sldChg>
      <pc:sldChg chg="new del">
        <pc:chgData name="Tín Lê MKT" userId="68e77276-d07b-41ff-80f1-8ca87a0e901e" providerId="ADAL" clId="{627355A0-4FC7-422E-9B93-C8E18597C1DC}" dt="2022-07-06T04:42:55.560" v="449" actId="47"/>
        <pc:sldMkLst>
          <pc:docMk/>
          <pc:sldMk cId="3494357721" sldId="263"/>
        </pc:sldMkLst>
      </pc:sldChg>
      <pc:sldChg chg="del">
        <pc:chgData name="Tín Lê MKT" userId="68e77276-d07b-41ff-80f1-8ca87a0e901e" providerId="ADAL" clId="{627355A0-4FC7-422E-9B93-C8E18597C1DC}" dt="2022-07-06T04:31:32.415" v="308" actId="47"/>
        <pc:sldMkLst>
          <pc:docMk/>
          <pc:sldMk cId="1682845374" sldId="284"/>
        </pc:sldMkLst>
      </pc:sldChg>
      <pc:sldChg chg="del">
        <pc:chgData name="Tín Lê MKT" userId="68e77276-d07b-41ff-80f1-8ca87a0e901e" providerId="ADAL" clId="{627355A0-4FC7-422E-9B93-C8E18597C1DC}" dt="2022-07-06T04:31:32.415" v="308" actId="47"/>
        <pc:sldMkLst>
          <pc:docMk/>
          <pc:sldMk cId="2134110031" sldId="291"/>
        </pc:sldMkLst>
      </pc:sldChg>
      <pc:sldChg chg="del">
        <pc:chgData name="Tín Lê MKT" userId="68e77276-d07b-41ff-80f1-8ca87a0e901e" providerId="ADAL" clId="{627355A0-4FC7-422E-9B93-C8E18597C1DC}" dt="2022-07-06T04:29:22.162" v="292" actId="47"/>
        <pc:sldMkLst>
          <pc:docMk/>
          <pc:sldMk cId="1846316664" sldId="372"/>
        </pc:sldMkLst>
      </pc:sldChg>
      <pc:sldChg chg="modSp del mod modClrScheme chgLayout">
        <pc:chgData name="Tín Lê MKT" userId="68e77276-d07b-41ff-80f1-8ca87a0e901e" providerId="ADAL" clId="{627355A0-4FC7-422E-9B93-C8E18597C1DC}" dt="2022-07-06T04:31:32.415" v="308" actId="47"/>
        <pc:sldMkLst>
          <pc:docMk/>
          <pc:sldMk cId="417534066" sldId="373"/>
        </pc:sldMkLst>
        <pc:spChg chg="mod ord">
          <ac:chgData name="Tín Lê MKT" userId="68e77276-d07b-41ff-80f1-8ca87a0e901e" providerId="ADAL" clId="{627355A0-4FC7-422E-9B93-C8E18597C1DC}" dt="2022-07-06T04:28:52.923" v="284"/>
          <ac:spMkLst>
            <pc:docMk/>
            <pc:sldMk cId="417534066" sldId="373"/>
            <ac:spMk id="9" creationId="{E66DD71A-E7EA-9F41-BA8B-C02062201E31}"/>
          </ac:spMkLst>
        </pc:spChg>
      </pc:sldChg>
      <pc:sldChg chg="del">
        <pc:chgData name="Tín Lê MKT" userId="68e77276-d07b-41ff-80f1-8ca87a0e901e" providerId="ADAL" clId="{627355A0-4FC7-422E-9B93-C8E18597C1DC}" dt="2022-07-06T04:31:32.415" v="308" actId="47"/>
        <pc:sldMkLst>
          <pc:docMk/>
          <pc:sldMk cId="1864639290" sldId="377"/>
        </pc:sldMkLst>
      </pc:sldChg>
      <pc:sldChg chg="new del">
        <pc:chgData name="Tín Lê MKT" userId="68e77276-d07b-41ff-80f1-8ca87a0e901e" providerId="ADAL" clId="{627355A0-4FC7-422E-9B93-C8E18597C1DC}" dt="2022-07-06T04:31:32.415" v="308" actId="47"/>
        <pc:sldMkLst>
          <pc:docMk/>
          <pc:sldMk cId="3311167149" sldId="378"/>
        </pc:sldMkLst>
      </pc:sldChg>
      <pc:sldChg chg="addSp delSp modSp new del mod modClrScheme chgLayout">
        <pc:chgData name="Tín Lê MKT" userId="68e77276-d07b-41ff-80f1-8ca87a0e901e" providerId="ADAL" clId="{627355A0-4FC7-422E-9B93-C8E18597C1DC}" dt="2022-07-06T04:31:32.415" v="308" actId="47"/>
        <pc:sldMkLst>
          <pc:docMk/>
          <pc:sldMk cId="1589248825" sldId="379"/>
        </pc:sldMkLst>
        <pc:spChg chg="del">
          <ac:chgData name="Tín Lê MKT" userId="68e77276-d07b-41ff-80f1-8ca87a0e901e" providerId="ADAL" clId="{627355A0-4FC7-422E-9B93-C8E18597C1DC}" dt="2022-07-06T04:29:20.656" v="291" actId="700"/>
          <ac:spMkLst>
            <pc:docMk/>
            <pc:sldMk cId="1589248825" sldId="379"/>
            <ac:spMk id="2" creationId="{579C3DE6-5B93-3D66-324A-D163CD39D966}"/>
          </ac:spMkLst>
        </pc:spChg>
        <pc:spChg chg="del mod ord">
          <ac:chgData name="Tín Lê MKT" userId="68e77276-d07b-41ff-80f1-8ca87a0e901e" providerId="ADAL" clId="{627355A0-4FC7-422E-9B93-C8E18597C1DC}" dt="2022-07-06T04:29:20.656" v="291" actId="700"/>
          <ac:spMkLst>
            <pc:docMk/>
            <pc:sldMk cId="1589248825" sldId="379"/>
            <ac:spMk id="3" creationId="{47CD8E51-CEEF-DA83-9578-9C2F0DE0A825}"/>
          </ac:spMkLst>
        </pc:spChg>
        <pc:spChg chg="mod ord">
          <ac:chgData name="Tín Lê MKT" userId="68e77276-d07b-41ff-80f1-8ca87a0e901e" providerId="ADAL" clId="{627355A0-4FC7-422E-9B93-C8E18597C1DC}" dt="2022-07-06T04:29:20.656" v="291" actId="700"/>
          <ac:spMkLst>
            <pc:docMk/>
            <pc:sldMk cId="1589248825" sldId="379"/>
            <ac:spMk id="4" creationId="{41ABD8DC-EA33-44A7-DF16-9A239B8D2D4D}"/>
          </ac:spMkLst>
        </pc:spChg>
        <pc:spChg chg="add mod ord">
          <ac:chgData name="Tín Lê MKT" userId="68e77276-d07b-41ff-80f1-8ca87a0e901e" providerId="ADAL" clId="{627355A0-4FC7-422E-9B93-C8E18597C1DC}" dt="2022-07-06T04:29:20.656" v="291" actId="700"/>
          <ac:spMkLst>
            <pc:docMk/>
            <pc:sldMk cId="1589248825" sldId="379"/>
            <ac:spMk id="5" creationId="{B5FABC5E-C942-957B-C8EE-6FE8589EF644}"/>
          </ac:spMkLst>
        </pc:spChg>
      </pc:sldChg>
      <pc:sldChg chg="addSp delSp modSp new del mod modClrScheme chgLayout">
        <pc:chgData name="Tín Lê MKT" userId="68e77276-d07b-41ff-80f1-8ca87a0e901e" providerId="ADAL" clId="{627355A0-4FC7-422E-9B93-C8E18597C1DC}" dt="2022-07-06T04:30:04.954" v="303" actId="47"/>
        <pc:sldMkLst>
          <pc:docMk/>
          <pc:sldMk cId="889504018" sldId="380"/>
        </pc:sldMkLst>
        <pc:spChg chg="del">
          <ac:chgData name="Tín Lê MKT" userId="68e77276-d07b-41ff-80f1-8ca87a0e901e" providerId="ADAL" clId="{627355A0-4FC7-422E-9B93-C8E18597C1DC}" dt="2022-07-06T04:29:52.145" v="294" actId="700"/>
          <ac:spMkLst>
            <pc:docMk/>
            <pc:sldMk cId="889504018" sldId="380"/>
            <ac:spMk id="2" creationId="{DBD45F2C-667B-E8C2-4968-4D4182BF84E2}"/>
          </ac:spMkLst>
        </pc:spChg>
        <pc:spChg chg="del">
          <ac:chgData name="Tín Lê MKT" userId="68e77276-d07b-41ff-80f1-8ca87a0e901e" providerId="ADAL" clId="{627355A0-4FC7-422E-9B93-C8E18597C1DC}" dt="2022-07-06T04:29:52.145" v="294" actId="700"/>
          <ac:spMkLst>
            <pc:docMk/>
            <pc:sldMk cId="889504018" sldId="380"/>
            <ac:spMk id="3" creationId="{8DA3F48A-4B33-001E-9657-5DB121FEFE4B}"/>
          </ac:spMkLst>
        </pc:spChg>
        <pc:spChg chg="mod ord">
          <ac:chgData name="Tín Lê MKT" userId="68e77276-d07b-41ff-80f1-8ca87a0e901e" providerId="ADAL" clId="{627355A0-4FC7-422E-9B93-C8E18597C1DC}" dt="2022-07-06T04:29:56.539" v="295" actId="700"/>
          <ac:spMkLst>
            <pc:docMk/>
            <pc:sldMk cId="889504018" sldId="380"/>
            <ac:spMk id="4" creationId="{EC2E92C9-4767-5BBA-3883-C83C71A77B3F}"/>
          </ac:spMkLst>
        </pc:spChg>
        <pc:spChg chg="add mod ord">
          <ac:chgData name="Tín Lê MKT" userId="68e77276-d07b-41ff-80f1-8ca87a0e901e" providerId="ADAL" clId="{627355A0-4FC7-422E-9B93-C8E18597C1DC}" dt="2022-07-06T04:30:03.345" v="302" actId="20577"/>
          <ac:spMkLst>
            <pc:docMk/>
            <pc:sldMk cId="889504018" sldId="380"/>
            <ac:spMk id="5" creationId="{43525954-300B-F7AF-8450-5952B5590CA6}"/>
          </ac:spMkLst>
        </pc:spChg>
        <pc:spChg chg="add mod ord">
          <ac:chgData name="Tín Lê MKT" userId="68e77276-d07b-41ff-80f1-8ca87a0e901e" providerId="ADAL" clId="{627355A0-4FC7-422E-9B93-C8E18597C1DC}" dt="2022-07-06T04:29:56.539" v="295" actId="700"/>
          <ac:spMkLst>
            <pc:docMk/>
            <pc:sldMk cId="889504018" sldId="380"/>
            <ac:spMk id="6" creationId="{D1149AA3-811B-62A2-EE50-6F9898999E0C}"/>
          </ac:spMkLst>
        </pc:spChg>
        <pc:spChg chg="add mod ord">
          <ac:chgData name="Tín Lê MKT" userId="68e77276-d07b-41ff-80f1-8ca87a0e901e" providerId="ADAL" clId="{627355A0-4FC7-422E-9B93-C8E18597C1DC}" dt="2022-07-06T04:29:56.539" v="295" actId="700"/>
          <ac:spMkLst>
            <pc:docMk/>
            <pc:sldMk cId="889504018" sldId="380"/>
            <ac:spMk id="7" creationId="{7CEA7326-80F1-7038-F575-97D843691A01}"/>
          </ac:spMkLst>
        </pc:spChg>
        <pc:spChg chg="add mod ord">
          <ac:chgData name="Tín Lê MKT" userId="68e77276-d07b-41ff-80f1-8ca87a0e901e" providerId="ADAL" clId="{627355A0-4FC7-422E-9B93-C8E18597C1DC}" dt="2022-07-06T04:29:56.539" v="295" actId="700"/>
          <ac:spMkLst>
            <pc:docMk/>
            <pc:sldMk cId="889504018" sldId="380"/>
            <ac:spMk id="8" creationId="{79FEE628-866E-AA13-3773-C441C00F7149}"/>
          </ac:spMkLst>
        </pc:spChg>
      </pc:sldChg>
      <pc:sldMasterChg chg="addSp delSp modSp mod addSldLayout delSldLayout modSldLayout sldLayoutOrd">
        <pc:chgData name="Tín Lê MKT" userId="68e77276-d07b-41ff-80f1-8ca87a0e901e" providerId="ADAL" clId="{627355A0-4FC7-422E-9B93-C8E18597C1DC}" dt="2022-07-06T07:17:45.393" v="609" actId="478"/>
        <pc:sldMasterMkLst>
          <pc:docMk/>
          <pc:sldMasterMk cId="1377184672" sldId="2147484005"/>
        </pc:sldMasterMkLst>
        <pc:spChg chg="del">
          <ac:chgData name="Tín Lê MKT" userId="68e77276-d07b-41ff-80f1-8ca87a0e901e" providerId="ADAL" clId="{627355A0-4FC7-422E-9B93-C8E18597C1DC}" dt="2022-07-06T04:05:49.004" v="4" actId="478"/>
          <ac:spMkLst>
            <pc:docMk/>
            <pc:sldMasterMk cId="1377184672" sldId="2147484005"/>
            <ac:spMk id="2" creationId="{00000000-0000-0000-0000-000000000000}"/>
          </ac:spMkLst>
        </pc:spChg>
        <pc:spChg chg="del">
          <ac:chgData name="Tín Lê MKT" userId="68e77276-d07b-41ff-80f1-8ca87a0e901e" providerId="ADAL" clId="{627355A0-4FC7-422E-9B93-C8E18597C1DC}" dt="2022-07-06T04:05:49.004" v="4" actId="478"/>
          <ac:spMkLst>
            <pc:docMk/>
            <pc:sldMasterMk cId="1377184672" sldId="2147484005"/>
            <ac:spMk id="6" creationId="{00000000-0000-0000-0000-000000000000}"/>
          </ac:spMkLst>
        </pc:spChg>
        <pc:spChg chg="add del mod">
          <ac:chgData name="Tín Lê MKT" userId="68e77276-d07b-41ff-80f1-8ca87a0e901e" providerId="ADAL" clId="{627355A0-4FC7-422E-9B93-C8E18597C1DC}" dt="2022-07-06T04:06:05.215" v="6"/>
          <ac:spMkLst>
            <pc:docMk/>
            <pc:sldMasterMk cId="1377184672" sldId="2147484005"/>
            <ac:spMk id="8" creationId="{F6D9F318-019C-FFFB-6442-22958C11DE80}"/>
          </ac:spMkLst>
        </pc:spChg>
        <pc:spChg chg="del">
          <ac:chgData name="Tín Lê MKT" userId="68e77276-d07b-41ff-80f1-8ca87a0e901e" providerId="ADAL" clId="{627355A0-4FC7-422E-9B93-C8E18597C1DC}" dt="2022-07-06T04:05:49.004" v="4" actId="478"/>
          <ac:spMkLst>
            <pc:docMk/>
            <pc:sldMasterMk cId="1377184672" sldId="2147484005"/>
            <ac:spMk id="11" creationId="{00000000-0000-0000-0000-000000000000}"/>
          </ac:spMkLst>
        </pc:spChg>
        <pc:spChg chg="add del mod">
          <ac:chgData name="Tín Lê MKT" userId="68e77276-d07b-41ff-80f1-8ca87a0e901e" providerId="ADAL" clId="{627355A0-4FC7-422E-9B93-C8E18597C1DC}" dt="2022-07-06T04:06:05.215" v="6"/>
          <ac:spMkLst>
            <pc:docMk/>
            <pc:sldMasterMk cId="1377184672" sldId="2147484005"/>
            <ac:spMk id="12" creationId="{A262BD89-5EFD-A238-D2BB-F99DB63F313D}"/>
          </ac:spMkLst>
        </pc:spChg>
        <pc:spChg chg="add del mod">
          <ac:chgData name="Tín Lê MKT" userId="68e77276-d07b-41ff-80f1-8ca87a0e901e" providerId="ADAL" clId="{627355A0-4FC7-422E-9B93-C8E18597C1DC}" dt="2022-07-06T04:06:05.215" v="6"/>
          <ac:spMkLst>
            <pc:docMk/>
            <pc:sldMasterMk cId="1377184672" sldId="2147484005"/>
            <ac:spMk id="13" creationId="{61DA6971-72E5-B20B-3F56-088C6E74E7FF}"/>
          </ac:spMkLst>
        </pc:spChg>
        <pc:spChg chg="add mod">
          <ac:chgData name="Tín Lê MKT" userId="68e77276-d07b-41ff-80f1-8ca87a0e901e" providerId="ADAL" clId="{627355A0-4FC7-422E-9B93-C8E18597C1DC}" dt="2022-07-06T04:31:08.951" v="306"/>
          <ac:spMkLst>
            <pc:docMk/>
            <pc:sldMasterMk cId="1377184672" sldId="2147484005"/>
            <ac:spMk id="17" creationId="{E90393E7-A2FD-6E3B-5677-5D1C5DDA5D7E}"/>
          </ac:spMkLst>
        </pc:spChg>
        <pc:spChg chg="add mod">
          <ac:chgData name="Tín Lê MKT" userId="68e77276-d07b-41ff-80f1-8ca87a0e901e" providerId="ADAL" clId="{627355A0-4FC7-422E-9B93-C8E18597C1DC}" dt="2022-07-06T04:40:25.056" v="433" actId="2711"/>
          <ac:spMkLst>
            <pc:docMk/>
            <pc:sldMasterMk cId="1377184672" sldId="2147484005"/>
            <ac:spMk id="18" creationId="{93DF42D3-E342-A359-7EBF-F8585CBDA226}"/>
          </ac:spMkLst>
        </pc:spChg>
        <pc:spChg chg="add mod">
          <ac:chgData name="Tín Lê MKT" userId="68e77276-d07b-41ff-80f1-8ca87a0e901e" providerId="ADAL" clId="{627355A0-4FC7-422E-9B93-C8E18597C1DC}" dt="2022-07-06T04:31:15.100" v="307" actId="2711"/>
          <ac:spMkLst>
            <pc:docMk/>
            <pc:sldMasterMk cId="1377184672" sldId="2147484005"/>
            <ac:spMk id="19" creationId="{592D584E-8E28-856F-D238-93079D104656}"/>
          </ac:spMkLst>
        </pc:spChg>
        <pc:picChg chg="del">
          <ac:chgData name="Tín Lê MKT" userId="68e77276-d07b-41ff-80f1-8ca87a0e901e" providerId="ADAL" clId="{627355A0-4FC7-422E-9B93-C8E18597C1DC}" dt="2022-07-06T04:05:49.004" v="4" actId="478"/>
          <ac:picMkLst>
            <pc:docMk/>
            <pc:sldMasterMk cId="1377184672" sldId="2147484005"/>
            <ac:picMk id="3" creationId="{CC33FD7C-B982-544D-9689-05BD351626B3}"/>
          </ac:picMkLst>
        </pc:picChg>
        <pc:picChg chg="add del mod">
          <ac:chgData name="Tín Lê MKT" userId="68e77276-d07b-41ff-80f1-8ca87a0e901e" providerId="ADAL" clId="{627355A0-4FC7-422E-9B93-C8E18597C1DC}" dt="2022-07-06T04:06:05.215" v="6"/>
          <ac:picMkLst>
            <pc:docMk/>
            <pc:sldMasterMk cId="1377184672" sldId="2147484005"/>
            <ac:picMk id="7" creationId="{A945F750-5C0E-90AD-B43F-3E0C3E0F0D58}"/>
          </ac:picMkLst>
        </pc:picChg>
        <pc:picChg chg="add del mod">
          <ac:chgData name="Tín Lê MKT" userId="68e77276-d07b-41ff-80f1-8ca87a0e901e" providerId="ADAL" clId="{627355A0-4FC7-422E-9B93-C8E18597C1DC}" dt="2022-07-06T04:06:05.215" v="6"/>
          <ac:picMkLst>
            <pc:docMk/>
            <pc:sldMasterMk cId="1377184672" sldId="2147484005"/>
            <ac:picMk id="14" creationId="{C32F1423-2B92-8787-DA91-F2EE2329970C}"/>
          </ac:picMkLst>
        </pc:picChg>
        <pc:picChg chg="add del mod">
          <ac:chgData name="Tín Lê MKT" userId="68e77276-d07b-41ff-80f1-8ca87a0e901e" providerId="ADAL" clId="{627355A0-4FC7-422E-9B93-C8E18597C1DC}" dt="2022-07-06T04:22:13.202" v="240" actId="478"/>
          <ac:picMkLst>
            <pc:docMk/>
            <pc:sldMasterMk cId="1377184672" sldId="2147484005"/>
            <ac:picMk id="16" creationId="{5D30464C-A11B-B207-0287-CC7767E00D6E}"/>
          </ac:picMkLst>
        </pc:picChg>
        <pc:picChg chg="add mod">
          <ac:chgData name="Tín Lê MKT" userId="68e77276-d07b-41ff-80f1-8ca87a0e901e" providerId="ADAL" clId="{627355A0-4FC7-422E-9B93-C8E18597C1DC}" dt="2022-07-06T04:22:13.528" v="241"/>
          <ac:picMkLst>
            <pc:docMk/>
            <pc:sldMasterMk cId="1377184672" sldId="2147484005"/>
            <ac:picMk id="21" creationId="{0ED6440F-08D4-16B5-89B7-E6FC1BB2DABC}"/>
          </ac:picMkLst>
        </pc:picChg>
        <pc:cxnChg chg="del">
          <ac:chgData name="Tín Lê MKT" userId="68e77276-d07b-41ff-80f1-8ca87a0e901e" providerId="ADAL" clId="{627355A0-4FC7-422E-9B93-C8E18597C1DC}" dt="2022-07-06T04:05:49.004" v="4" actId="478"/>
          <ac:cxnSpMkLst>
            <pc:docMk/>
            <pc:sldMasterMk cId="1377184672" sldId="2147484005"/>
            <ac:cxnSpMk id="9" creationId="{00000000-0000-0000-0000-000000000000}"/>
          </ac:cxnSpMkLst>
        </pc:cxnChg>
        <pc:cxnChg chg="add del mod">
          <ac:chgData name="Tín Lê MKT" userId="68e77276-d07b-41ff-80f1-8ca87a0e901e" providerId="ADAL" clId="{627355A0-4FC7-422E-9B93-C8E18597C1DC}" dt="2022-07-06T04:06:05.215" v="6"/>
          <ac:cxnSpMkLst>
            <pc:docMk/>
            <pc:sldMasterMk cId="1377184672" sldId="2147484005"/>
            <ac:cxnSpMk id="10" creationId="{4964A2D1-59DB-0ECF-F07F-CB18BF09705C}"/>
          </ac:cxnSpMkLst>
        </pc:cxnChg>
        <pc:cxnChg chg="add del mod">
          <ac:chgData name="Tín Lê MKT" userId="68e77276-d07b-41ff-80f1-8ca87a0e901e" providerId="ADAL" clId="{627355A0-4FC7-422E-9B93-C8E18597C1DC}" dt="2022-07-06T04:22:13.202" v="240" actId="478"/>
          <ac:cxnSpMkLst>
            <pc:docMk/>
            <pc:sldMasterMk cId="1377184672" sldId="2147484005"/>
            <ac:cxnSpMk id="15" creationId="{1247C65D-0E42-8108-2726-669332E6C7E3}"/>
          </ac:cxnSpMkLst>
        </pc:cxnChg>
        <pc:cxnChg chg="add mod">
          <ac:chgData name="Tín Lê MKT" userId="68e77276-d07b-41ff-80f1-8ca87a0e901e" providerId="ADAL" clId="{627355A0-4FC7-422E-9B93-C8E18597C1DC}" dt="2022-07-06T04:22:13.528" v="241"/>
          <ac:cxnSpMkLst>
            <pc:docMk/>
            <pc:sldMasterMk cId="1377184672" sldId="2147484005"/>
            <ac:cxnSpMk id="20" creationId="{75D055F9-E9AE-2A81-4AC3-74E097AC71DF}"/>
          </ac:cxnSpMkLst>
        </pc:cxnChg>
        <pc:sldLayoutChg chg="addSp delSp modSp mod">
          <pc:chgData name="Tín Lê MKT" userId="68e77276-d07b-41ff-80f1-8ca87a0e901e" providerId="ADAL" clId="{627355A0-4FC7-422E-9B93-C8E18597C1DC}" dt="2022-07-06T07:14:40.570" v="537" actId="207"/>
          <pc:sldLayoutMkLst>
            <pc:docMk/>
            <pc:sldMasterMk cId="1377184672" sldId="2147484005"/>
            <pc:sldLayoutMk cId="252126941" sldId="2147484008"/>
          </pc:sldLayoutMkLst>
          <pc:spChg chg="add del">
            <ac:chgData name="Tín Lê MKT" userId="68e77276-d07b-41ff-80f1-8ca87a0e901e" providerId="ADAL" clId="{627355A0-4FC7-422E-9B93-C8E18597C1DC}" dt="2022-07-06T07:11:51.422" v="454" actId="11529"/>
            <ac:spMkLst>
              <pc:docMk/>
              <pc:sldMasterMk cId="1377184672" sldId="2147484005"/>
              <pc:sldLayoutMk cId="252126941" sldId="2147484008"/>
              <ac:spMk id="2" creationId="{B5618002-EB95-B3A4-70B2-29FC263CF9FA}"/>
            </ac:spMkLst>
          </pc:spChg>
          <pc:spChg chg="del">
            <ac:chgData name="Tín Lê MKT" userId="68e77276-d07b-41ff-80f1-8ca87a0e901e" providerId="ADAL" clId="{627355A0-4FC7-422E-9B93-C8E18597C1DC}" dt="2022-07-06T04:06:11.896" v="7" actId="478"/>
            <ac:spMkLst>
              <pc:docMk/>
              <pc:sldMasterMk cId="1377184672" sldId="2147484005"/>
              <pc:sldLayoutMk cId="252126941" sldId="2147484008"/>
              <ac:spMk id="3" creationId="{00000000-0000-0000-0000-000000000000}"/>
            </ac:spMkLst>
          </pc:spChg>
          <pc:spChg chg="add del mod">
            <ac:chgData name="Tín Lê MKT" userId="68e77276-d07b-41ff-80f1-8ca87a0e901e" providerId="ADAL" clId="{627355A0-4FC7-422E-9B93-C8E18597C1DC}" dt="2022-07-06T07:11:55.670" v="456" actId="478"/>
            <ac:spMkLst>
              <pc:docMk/>
              <pc:sldMasterMk cId="1377184672" sldId="2147484005"/>
              <pc:sldLayoutMk cId="252126941" sldId="2147484008"/>
              <ac:spMk id="3" creationId="{EE7A6AB9-8A0E-3765-3BD5-EB4C32721F09}"/>
            </ac:spMkLst>
          </pc:spChg>
          <pc:spChg chg="add mod">
            <ac:chgData name="Tín Lê MKT" userId="68e77276-d07b-41ff-80f1-8ca87a0e901e" providerId="ADAL" clId="{627355A0-4FC7-422E-9B93-C8E18597C1DC}" dt="2022-07-06T04:40:28.596" v="434" actId="2711"/>
            <ac:spMkLst>
              <pc:docMk/>
              <pc:sldMasterMk cId="1377184672" sldId="2147484005"/>
              <pc:sldLayoutMk cId="252126941" sldId="2147484008"/>
              <ac:spMk id="5" creationId="{DD2157E6-8B87-468B-6368-3F848A035A08}"/>
            </ac:spMkLst>
          </pc:spChg>
          <pc:spChg chg="add del mod">
            <ac:chgData name="Tín Lê MKT" userId="68e77276-d07b-41ff-80f1-8ca87a0e901e" providerId="ADAL" clId="{627355A0-4FC7-422E-9B93-C8E18597C1DC}" dt="2022-07-06T07:13:34.459" v="501" actId="478"/>
            <ac:spMkLst>
              <pc:docMk/>
              <pc:sldMasterMk cId="1377184672" sldId="2147484005"/>
              <pc:sldLayoutMk cId="252126941" sldId="2147484008"/>
              <ac:spMk id="7" creationId="{C35EB5A0-F666-29B6-E471-F60B966947D8}"/>
            </ac:spMkLst>
          </pc:spChg>
          <pc:spChg chg="add mod">
            <ac:chgData name="Tín Lê MKT" userId="68e77276-d07b-41ff-80f1-8ca87a0e901e" providerId="ADAL" clId="{627355A0-4FC7-422E-9B93-C8E18597C1DC}" dt="2022-07-06T04:06:12.268" v="8"/>
            <ac:spMkLst>
              <pc:docMk/>
              <pc:sldMasterMk cId="1377184672" sldId="2147484005"/>
              <pc:sldLayoutMk cId="252126941" sldId="2147484008"/>
              <ac:spMk id="8" creationId="{C7451234-53C9-077B-18AB-CB601D40444C}"/>
            </ac:spMkLst>
          </pc:spChg>
          <pc:spChg chg="add mod ord">
            <ac:chgData name="Tín Lê MKT" userId="68e77276-d07b-41ff-80f1-8ca87a0e901e" providerId="ADAL" clId="{627355A0-4FC7-422E-9B93-C8E18597C1DC}" dt="2022-07-06T07:14:40.570" v="537" actId="207"/>
            <ac:spMkLst>
              <pc:docMk/>
              <pc:sldMasterMk cId="1377184672" sldId="2147484005"/>
              <pc:sldLayoutMk cId="252126941" sldId="2147484008"/>
              <ac:spMk id="10" creationId="{87FCF4AB-5896-2357-EFB1-230BB3143317}"/>
            </ac:spMkLst>
          </pc:spChg>
          <pc:picChg chg="add mod">
            <ac:chgData name="Tín Lê MKT" userId="68e77276-d07b-41ff-80f1-8ca87a0e901e" providerId="ADAL" clId="{627355A0-4FC7-422E-9B93-C8E18597C1DC}" dt="2022-07-06T07:13:06.464" v="489" actId="1076"/>
            <ac:picMkLst>
              <pc:docMk/>
              <pc:sldMasterMk cId="1377184672" sldId="2147484005"/>
              <pc:sldLayoutMk cId="252126941" sldId="2147484008"/>
              <ac:picMk id="4" creationId="{D3B9674E-5206-C261-8B96-1371F72E3CDB}"/>
            </ac:picMkLst>
          </pc:picChg>
          <pc:picChg chg="add mod">
            <ac:chgData name="Tín Lê MKT" userId="68e77276-d07b-41ff-80f1-8ca87a0e901e" providerId="ADAL" clId="{627355A0-4FC7-422E-9B93-C8E18597C1DC}" dt="2022-07-06T04:06:12.268" v="8"/>
            <ac:picMkLst>
              <pc:docMk/>
              <pc:sldMasterMk cId="1377184672" sldId="2147484005"/>
              <pc:sldLayoutMk cId="252126941" sldId="2147484008"/>
              <ac:picMk id="9" creationId="{565A7A0C-F6E2-A53D-023F-C1BA2F5BFDDC}"/>
            </ac:picMkLst>
          </pc:picChg>
          <pc:cxnChg chg="add mod">
            <ac:chgData name="Tín Lê MKT" userId="68e77276-d07b-41ff-80f1-8ca87a0e901e" providerId="ADAL" clId="{627355A0-4FC7-422E-9B93-C8E18597C1DC}" dt="2022-07-06T04:06:12.268" v="8"/>
            <ac:cxnSpMkLst>
              <pc:docMk/>
              <pc:sldMasterMk cId="1377184672" sldId="2147484005"/>
              <pc:sldLayoutMk cId="252126941" sldId="2147484008"/>
              <ac:cxnSpMk id="6" creationId="{C2316FD2-6268-03BC-D41D-239601267B31}"/>
            </ac:cxnSpMkLst>
          </pc:cxnChg>
        </pc:sldLayoutChg>
        <pc:sldLayoutChg chg="addSp delSp modSp mod">
          <pc:chgData name="Tín Lê MKT" userId="68e77276-d07b-41ff-80f1-8ca87a0e901e" providerId="ADAL" clId="{627355A0-4FC7-422E-9B93-C8E18597C1DC}" dt="2022-07-06T04:41:35.928" v="443" actId="20577"/>
          <pc:sldLayoutMkLst>
            <pc:docMk/>
            <pc:sldMasterMk cId="1377184672" sldId="2147484005"/>
            <pc:sldLayoutMk cId="36898652" sldId="2147484009"/>
          </pc:sldLayoutMkLst>
          <pc:spChg chg="del">
            <ac:chgData name="Tín Lê MKT" userId="68e77276-d07b-41ff-80f1-8ca87a0e901e" providerId="ADAL" clId="{627355A0-4FC7-422E-9B93-C8E18597C1DC}" dt="2022-07-06T04:07:13.128" v="15" actId="478"/>
            <ac:spMkLst>
              <pc:docMk/>
              <pc:sldMasterMk cId="1377184672" sldId="2147484005"/>
              <pc:sldLayoutMk cId="36898652" sldId="2147484009"/>
              <ac:spMk id="3" creationId="{00000000-0000-0000-0000-000000000000}"/>
            </ac:spMkLst>
          </pc:spChg>
          <pc:spChg chg="del">
            <ac:chgData name="Tín Lê MKT" userId="68e77276-d07b-41ff-80f1-8ca87a0e901e" providerId="ADAL" clId="{627355A0-4FC7-422E-9B93-C8E18597C1DC}" dt="2022-07-06T04:07:13.128" v="15" actId="478"/>
            <ac:spMkLst>
              <pc:docMk/>
              <pc:sldMasterMk cId="1377184672" sldId="2147484005"/>
              <pc:sldLayoutMk cId="36898652" sldId="2147484009"/>
              <ac:spMk id="4" creationId="{00000000-0000-0000-0000-000000000000}"/>
            </ac:spMkLst>
          </pc:spChg>
          <pc:spChg chg="add del mod">
            <ac:chgData name="Tín Lê MKT" userId="68e77276-d07b-41ff-80f1-8ca87a0e901e" providerId="ADAL" clId="{627355A0-4FC7-422E-9B93-C8E18597C1DC}" dt="2022-07-06T04:26:44.552" v="271" actId="478"/>
            <ac:spMkLst>
              <pc:docMk/>
              <pc:sldMasterMk cId="1377184672" sldId="2147484005"/>
              <pc:sldLayoutMk cId="36898652" sldId="2147484009"/>
              <ac:spMk id="5" creationId="{6C8A621D-332D-E7B9-98C5-E2697579F0DC}"/>
            </ac:spMkLst>
          </pc:spChg>
          <pc:spChg chg="add mod">
            <ac:chgData name="Tín Lê MKT" userId="68e77276-d07b-41ff-80f1-8ca87a0e901e" providerId="ADAL" clId="{627355A0-4FC7-422E-9B93-C8E18597C1DC}" dt="2022-07-06T04:41:35.928" v="443" actId="20577"/>
            <ac:spMkLst>
              <pc:docMk/>
              <pc:sldMasterMk cId="1377184672" sldId="2147484005"/>
              <pc:sldLayoutMk cId="36898652" sldId="2147484009"/>
              <ac:spMk id="6" creationId="{0E80DA1A-E846-7939-25CC-079DBA7175B3}"/>
            </ac:spMkLst>
          </pc:spChg>
          <pc:spChg chg="add del mod">
            <ac:chgData name="Tín Lê MKT" userId="68e77276-d07b-41ff-80f1-8ca87a0e901e" providerId="ADAL" clId="{627355A0-4FC7-422E-9B93-C8E18597C1DC}" dt="2022-07-06T04:33:48.373" v="398" actId="478"/>
            <ac:spMkLst>
              <pc:docMk/>
              <pc:sldMasterMk cId="1377184672" sldId="2147484005"/>
              <pc:sldLayoutMk cId="36898652" sldId="2147484009"/>
              <ac:spMk id="7" creationId="{838CF7F4-8ADC-FE6C-7293-68CAAE335AAA}"/>
            </ac:spMkLst>
          </pc:spChg>
          <pc:spChg chg="add del mod">
            <ac:chgData name="Tín Lê MKT" userId="68e77276-d07b-41ff-80f1-8ca87a0e901e" providerId="ADAL" clId="{627355A0-4FC7-422E-9B93-C8E18597C1DC}" dt="2022-07-06T04:34:36.134" v="404" actId="478"/>
            <ac:spMkLst>
              <pc:docMk/>
              <pc:sldMasterMk cId="1377184672" sldId="2147484005"/>
              <pc:sldLayoutMk cId="36898652" sldId="2147484009"/>
              <ac:spMk id="8" creationId="{DA32285F-8C5D-F146-DAE5-1B8AD71A9306}"/>
            </ac:spMkLst>
          </pc:spChg>
          <pc:spChg chg="add mod">
            <ac:chgData name="Tín Lê MKT" userId="68e77276-d07b-41ff-80f1-8ca87a0e901e" providerId="ADAL" clId="{627355A0-4FC7-422E-9B93-C8E18597C1DC}" dt="2022-07-06T04:40:36.200" v="436" actId="2711"/>
            <ac:spMkLst>
              <pc:docMk/>
              <pc:sldMasterMk cId="1377184672" sldId="2147484005"/>
              <pc:sldLayoutMk cId="36898652" sldId="2147484009"/>
              <ac:spMk id="9" creationId="{92C30C21-1F7A-437F-E9C1-02BB80BDDD81}"/>
            </ac:spMkLst>
          </pc:spChg>
          <pc:spChg chg="add mod">
            <ac:chgData name="Tín Lê MKT" userId="68e77276-d07b-41ff-80f1-8ca87a0e901e" providerId="ADAL" clId="{627355A0-4FC7-422E-9B93-C8E18597C1DC}" dt="2022-07-06T04:33:55.893" v="399" actId="14100"/>
            <ac:spMkLst>
              <pc:docMk/>
              <pc:sldMasterMk cId="1377184672" sldId="2147484005"/>
              <pc:sldLayoutMk cId="36898652" sldId="2147484009"/>
              <ac:spMk id="12" creationId="{FC033971-924B-339F-8B06-ABE12DBD63D7}"/>
            </ac:spMkLst>
          </pc:spChg>
          <pc:picChg chg="add mod">
            <ac:chgData name="Tín Lê MKT" userId="68e77276-d07b-41ff-80f1-8ca87a0e901e" providerId="ADAL" clId="{627355A0-4FC7-422E-9B93-C8E18597C1DC}" dt="2022-07-06T04:26:46.142" v="272"/>
            <ac:picMkLst>
              <pc:docMk/>
              <pc:sldMasterMk cId="1377184672" sldId="2147484005"/>
              <pc:sldLayoutMk cId="36898652" sldId="2147484009"/>
              <ac:picMk id="11" creationId="{62AA1E1A-19E6-C9C6-EEA9-BC6EEF344610}"/>
            </ac:picMkLst>
          </pc:picChg>
          <pc:cxnChg chg="add mod">
            <ac:chgData name="Tín Lê MKT" userId="68e77276-d07b-41ff-80f1-8ca87a0e901e" providerId="ADAL" clId="{627355A0-4FC7-422E-9B93-C8E18597C1DC}" dt="2022-07-06T04:26:46.142" v="272"/>
            <ac:cxnSpMkLst>
              <pc:docMk/>
              <pc:sldMasterMk cId="1377184672" sldId="2147484005"/>
              <pc:sldLayoutMk cId="36898652" sldId="2147484009"/>
              <ac:cxnSpMk id="10" creationId="{33FACC56-1F0C-6878-2758-CFD828655581}"/>
            </ac:cxnSpMkLst>
          </pc:cxnChg>
        </pc:sldLayoutChg>
        <pc:sldLayoutChg chg="del">
          <pc:chgData name="Tín Lê MKT" userId="68e77276-d07b-41ff-80f1-8ca87a0e901e" providerId="ADAL" clId="{627355A0-4FC7-422E-9B93-C8E18597C1DC}" dt="2022-07-06T04:08:02.626" v="23" actId="2696"/>
          <pc:sldLayoutMkLst>
            <pc:docMk/>
            <pc:sldMasterMk cId="1377184672" sldId="2147484005"/>
            <pc:sldLayoutMk cId="0" sldId="2147484010"/>
          </pc:sldLayoutMkLst>
        </pc:sldLayoutChg>
        <pc:sldLayoutChg chg="addSp delSp modSp mod ord">
          <pc:chgData name="Tín Lê MKT" userId="68e77276-d07b-41ff-80f1-8ca87a0e901e" providerId="ADAL" clId="{627355A0-4FC7-422E-9B93-C8E18597C1DC}" dt="2022-07-06T07:17:45.393" v="609" actId="478"/>
          <pc:sldLayoutMkLst>
            <pc:docMk/>
            <pc:sldMasterMk cId="1377184672" sldId="2147484005"/>
            <pc:sldLayoutMk cId="0" sldId="2147484011"/>
          </pc:sldLayoutMkLst>
          <pc:spChg chg="add del mod">
            <ac:chgData name="Tín Lê MKT" userId="68e77276-d07b-41ff-80f1-8ca87a0e901e" providerId="ADAL" clId="{627355A0-4FC7-422E-9B93-C8E18597C1DC}" dt="2022-07-06T07:15:39.998" v="551"/>
            <ac:spMkLst>
              <pc:docMk/>
              <pc:sldMasterMk cId="1377184672" sldId="2147484005"/>
              <pc:sldLayoutMk cId="0" sldId="2147484011"/>
              <ac:spMk id="2" creationId="{DB3A3EF6-6D0B-7CAE-62D2-B91E593AE638}"/>
            </ac:spMkLst>
          </pc:spChg>
          <pc:spChg chg="del">
            <ac:chgData name="Tín Lê MKT" userId="68e77276-d07b-41ff-80f1-8ca87a0e901e" providerId="ADAL" clId="{627355A0-4FC7-422E-9B93-C8E18597C1DC}" dt="2022-07-06T04:09:36.080" v="61" actId="478"/>
            <ac:spMkLst>
              <pc:docMk/>
              <pc:sldMasterMk cId="1377184672" sldId="2147484005"/>
              <pc:sldLayoutMk cId="0" sldId="2147484011"/>
              <ac:spMk id="3" creationId="{00000000-0000-0000-0000-000000000000}"/>
            </ac:spMkLst>
          </pc:spChg>
          <pc:spChg chg="del">
            <ac:chgData name="Tín Lê MKT" userId="68e77276-d07b-41ff-80f1-8ca87a0e901e" providerId="ADAL" clId="{627355A0-4FC7-422E-9B93-C8E18597C1DC}" dt="2022-07-06T04:09:36.080" v="61" actId="478"/>
            <ac:spMkLst>
              <pc:docMk/>
              <pc:sldMasterMk cId="1377184672" sldId="2147484005"/>
              <pc:sldLayoutMk cId="0" sldId="2147484011"/>
              <ac:spMk id="5" creationId="{00000000-0000-0000-0000-000000000000}"/>
            </ac:spMkLst>
          </pc:spChg>
          <pc:spChg chg="add del">
            <ac:chgData name="Tín Lê MKT" userId="68e77276-d07b-41ff-80f1-8ca87a0e901e" providerId="ADAL" clId="{627355A0-4FC7-422E-9B93-C8E18597C1DC}" dt="2022-07-06T07:15:52.994" v="557" actId="11529"/>
            <ac:spMkLst>
              <pc:docMk/>
              <pc:sldMasterMk cId="1377184672" sldId="2147484005"/>
              <pc:sldLayoutMk cId="0" sldId="2147484011"/>
              <ac:spMk id="5" creationId="{D3496A6E-AA09-452C-51FE-807B6A910B69}"/>
            </ac:spMkLst>
          </pc:spChg>
          <pc:spChg chg="add del mod">
            <ac:chgData name="Tín Lê MKT" userId="68e77276-d07b-41ff-80f1-8ca87a0e901e" providerId="ADAL" clId="{627355A0-4FC7-422E-9B93-C8E18597C1DC}" dt="2022-07-06T07:13:52.263" v="507" actId="478"/>
            <ac:spMkLst>
              <pc:docMk/>
              <pc:sldMasterMk cId="1377184672" sldId="2147484005"/>
              <pc:sldLayoutMk cId="0" sldId="2147484011"/>
              <ac:spMk id="6" creationId="{2960BD39-3BE1-30FD-2940-DFBCC3C622E0}"/>
            </ac:spMkLst>
          </pc:spChg>
          <pc:spChg chg="add mod">
            <ac:chgData name="Tín Lê MKT" userId="68e77276-d07b-41ff-80f1-8ca87a0e901e" providerId="ADAL" clId="{627355A0-4FC7-422E-9B93-C8E18597C1DC}" dt="2022-07-06T04:09:36.904" v="62"/>
            <ac:spMkLst>
              <pc:docMk/>
              <pc:sldMasterMk cId="1377184672" sldId="2147484005"/>
              <pc:sldLayoutMk cId="0" sldId="2147484011"/>
              <ac:spMk id="9" creationId="{BBC4FD7D-17B8-7CBA-FF0E-0B24F51E5A32}"/>
            </ac:spMkLst>
          </pc:spChg>
          <pc:spChg chg="add del mod">
            <ac:chgData name="Tín Lê MKT" userId="68e77276-d07b-41ff-80f1-8ca87a0e901e" providerId="ADAL" clId="{627355A0-4FC7-422E-9B93-C8E18597C1DC}" dt="2022-07-06T04:25:07.977" v="262"/>
            <ac:spMkLst>
              <pc:docMk/>
              <pc:sldMasterMk cId="1377184672" sldId="2147484005"/>
              <pc:sldLayoutMk cId="0" sldId="2147484011"/>
              <ac:spMk id="10" creationId="{2F9CA006-C245-E120-C7CA-B64E2D986CDB}"/>
            </ac:spMkLst>
          </pc:spChg>
          <pc:spChg chg="add del mod">
            <ac:chgData name="Tín Lê MKT" userId="68e77276-d07b-41ff-80f1-8ca87a0e901e" providerId="ADAL" clId="{627355A0-4FC7-422E-9B93-C8E18597C1DC}" dt="2022-07-06T07:15:47.091" v="555"/>
            <ac:spMkLst>
              <pc:docMk/>
              <pc:sldMasterMk cId="1377184672" sldId="2147484005"/>
              <pc:sldLayoutMk cId="0" sldId="2147484011"/>
              <ac:spMk id="10" creationId="{3537A10C-5802-69E0-6390-A379E9665AE5}"/>
            </ac:spMkLst>
          </pc:spChg>
          <pc:spChg chg="add del">
            <ac:chgData name="Tín Lê MKT" userId="68e77276-d07b-41ff-80f1-8ca87a0e901e" providerId="ADAL" clId="{627355A0-4FC7-422E-9B93-C8E18597C1DC}" dt="2022-07-06T07:15:41.391" v="553" actId="22"/>
            <ac:spMkLst>
              <pc:docMk/>
              <pc:sldMasterMk cId="1377184672" sldId="2147484005"/>
              <pc:sldLayoutMk cId="0" sldId="2147484011"/>
              <ac:spMk id="11" creationId="{C8DE5D88-EADE-1CC7-B030-FD8A36DC1ACE}"/>
            </ac:spMkLst>
          </pc:spChg>
          <pc:spChg chg="add del mod">
            <ac:chgData name="Tín Lê MKT" userId="68e77276-d07b-41ff-80f1-8ca87a0e901e" providerId="ADAL" clId="{627355A0-4FC7-422E-9B93-C8E18597C1DC}" dt="2022-07-06T07:17:37.068" v="604" actId="478"/>
            <ac:spMkLst>
              <pc:docMk/>
              <pc:sldMasterMk cId="1377184672" sldId="2147484005"/>
              <pc:sldLayoutMk cId="0" sldId="2147484011"/>
              <ac:spMk id="12" creationId="{10305E89-4623-C2E8-06DC-57E8813DC97D}"/>
            </ac:spMkLst>
          </pc:spChg>
          <pc:spChg chg="add mod">
            <ac:chgData name="Tín Lê MKT" userId="68e77276-d07b-41ff-80f1-8ca87a0e901e" providerId="ADAL" clId="{627355A0-4FC7-422E-9B93-C8E18597C1DC}" dt="2022-07-06T04:40:47.172" v="438" actId="2711"/>
            <ac:spMkLst>
              <pc:docMk/>
              <pc:sldMasterMk cId="1377184672" sldId="2147484005"/>
              <pc:sldLayoutMk cId="0" sldId="2147484011"/>
              <ac:spMk id="13" creationId="{1F7F4FEE-C513-415F-A777-A08AAEF52CFC}"/>
            </ac:spMkLst>
          </pc:spChg>
          <pc:spChg chg="add del mod">
            <ac:chgData name="Tín Lê MKT" userId="68e77276-d07b-41ff-80f1-8ca87a0e901e" providerId="ADAL" clId="{627355A0-4FC7-422E-9B93-C8E18597C1DC}" dt="2022-07-06T07:17:45.393" v="609" actId="478"/>
            <ac:spMkLst>
              <pc:docMk/>
              <pc:sldMasterMk cId="1377184672" sldId="2147484005"/>
              <pc:sldLayoutMk cId="0" sldId="2147484011"/>
              <ac:spMk id="14" creationId="{4A5D3443-F3F1-FE30-AE26-AF2871D222AA}"/>
            </ac:spMkLst>
          </pc:spChg>
          <pc:picChg chg="add mod">
            <ac:chgData name="Tín Lê MKT" userId="68e77276-d07b-41ff-80f1-8ca87a0e901e" providerId="ADAL" clId="{627355A0-4FC7-422E-9B93-C8E18597C1DC}" dt="2022-07-06T07:17:32.421" v="600" actId="2085"/>
            <ac:picMkLst>
              <pc:docMk/>
              <pc:sldMasterMk cId="1377184672" sldId="2147484005"/>
              <pc:sldLayoutMk cId="0" sldId="2147484011"/>
              <ac:picMk id="4" creationId="{887AABD3-6AAA-9901-2813-3303B7A6FF68}"/>
            </ac:picMkLst>
          </pc:picChg>
          <pc:picChg chg="add mod">
            <ac:chgData name="Tín Lê MKT" userId="68e77276-d07b-41ff-80f1-8ca87a0e901e" providerId="ADAL" clId="{627355A0-4FC7-422E-9B93-C8E18597C1DC}" dt="2022-07-06T04:09:36.904" v="62"/>
            <ac:picMkLst>
              <pc:docMk/>
              <pc:sldMasterMk cId="1377184672" sldId="2147484005"/>
              <pc:sldLayoutMk cId="0" sldId="2147484011"/>
              <ac:picMk id="7" creationId="{B4FF8404-114A-653A-F0CC-2C16C63C7ECC}"/>
            </ac:picMkLst>
          </pc:picChg>
          <pc:picChg chg="add del mod">
            <ac:chgData name="Tín Lê MKT" userId="68e77276-d07b-41ff-80f1-8ca87a0e901e" providerId="ADAL" clId="{627355A0-4FC7-422E-9B93-C8E18597C1DC}" dt="2022-07-06T04:25:07.977" v="262"/>
            <ac:picMkLst>
              <pc:docMk/>
              <pc:sldMasterMk cId="1377184672" sldId="2147484005"/>
              <pc:sldLayoutMk cId="0" sldId="2147484011"/>
              <ac:picMk id="12" creationId="{C452993A-52EE-3EA0-7BCF-644539DE0B60}"/>
            </ac:picMkLst>
          </pc:picChg>
          <pc:cxnChg chg="add mod">
            <ac:chgData name="Tín Lê MKT" userId="68e77276-d07b-41ff-80f1-8ca87a0e901e" providerId="ADAL" clId="{627355A0-4FC7-422E-9B93-C8E18597C1DC}" dt="2022-07-06T04:09:36.904" v="62"/>
            <ac:cxnSpMkLst>
              <pc:docMk/>
              <pc:sldMasterMk cId="1377184672" sldId="2147484005"/>
              <pc:sldLayoutMk cId="0" sldId="2147484011"/>
              <ac:cxnSpMk id="8" creationId="{9BC265A2-0CE7-1E6F-737D-7E91C888BD35}"/>
            </ac:cxnSpMkLst>
          </pc:cxnChg>
          <pc:cxnChg chg="add del mod">
            <ac:chgData name="Tín Lê MKT" userId="68e77276-d07b-41ff-80f1-8ca87a0e901e" providerId="ADAL" clId="{627355A0-4FC7-422E-9B93-C8E18597C1DC}" dt="2022-07-06T04:25:07.977" v="262"/>
            <ac:cxnSpMkLst>
              <pc:docMk/>
              <pc:sldMasterMk cId="1377184672" sldId="2147484005"/>
              <pc:sldLayoutMk cId="0" sldId="2147484011"/>
              <ac:cxnSpMk id="11" creationId="{29E99B9D-9DD5-98E7-2CF9-09BCA96EF3CE}"/>
            </ac:cxnSpMkLst>
          </pc:cxnChg>
        </pc:sldLayoutChg>
        <pc:sldLayoutChg chg="addSp delSp modSp mod ord">
          <pc:chgData name="Tín Lê MKT" userId="68e77276-d07b-41ff-80f1-8ca87a0e901e" providerId="ADAL" clId="{627355A0-4FC7-422E-9B93-C8E18597C1DC}" dt="2022-07-06T04:40:39.623" v="437" actId="2711"/>
          <pc:sldLayoutMkLst>
            <pc:docMk/>
            <pc:sldMasterMk cId="1377184672" sldId="2147484005"/>
            <pc:sldLayoutMk cId="0" sldId="2147484012"/>
          </pc:sldLayoutMkLst>
          <pc:spChg chg="add del mod">
            <ac:chgData name="Tín Lê MKT" userId="68e77276-d07b-41ff-80f1-8ca87a0e901e" providerId="ADAL" clId="{627355A0-4FC7-422E-9B93-C8E18597C1DC}" dt="2022-07-06T04:13:56.588" v="97" actId="478"/>
            <ac:spMkLst>
              <pc:docMk/>
              <pc:sldMasterMk cId="1377184672" sldId="2147484005"/>
              <pc:sldLayoutMk cId="0" sldId="2147484012"/>
              <ac:spMk id="2" creationId="{1935F154-54E1-3306-633E-82A2E707FFF6}"/>
            </ac:spMkLst>
          </pc:spChg>
          <pc:spChg chg="del">
            <ac:chgData name="Tín Lê MKT" userId="68e77276-d07b-41ff-80f1-8ca87a0e901e" providerId="ADAL" clId="{627355A0-4FC7-422E-9B93-C8E18597C1DC}" dt="2022-07-06T04:13:56.588" v="97" actId="478"/>
            <ac:spMkLst>
              <pc:docMk/>
              <pc:sldMasterMk cId="1377184672" sldId="2147484005"/>
              <pc:sldLayoutMk cId="0" sldId="2147484012"/>
              <ac:spMk id="3" creationId="{00000000-0000-0000-0000-000000000000}"/>
            </ac:spMkLst>
          </pc:spChg>
          <pc:spChg chg="add del">
            <ac:chgData name="Tín Lê MKT" userId="68e77276-d07b-41ff-80f1-8ca87a0e901e" providerId="ADAL" clId="{627355A0-4FC7-422E-9B93-C8E18597C1DC}" dt="2022-07-06T04:14:03.572" v="98" actId="11529"/>
            <ac:spMkLst>
              <pc:docMk/>
              <pc:sldMasterMk cId="1377184672" sldId="2147484005"/>
              <pc:sldLayoutMk cId="0" sldId="2147484012"/>
              <ac:spMk id="4" creationId="{D0E9BF39-A24D-31C6-DFA3-F4A2117B7180}"/>
            </ac:spMkLst>
          </pc:spChg>
          <pc:spChg chg="del mod">
            <ac:chgData name="Tín Lê MKT" userId="68e77276-d07b-41ff-80f1-8ca87a0e901e" providerId="ADAL" clId="{627355A0-4FC7-422E-9B93-C8E18597C1DC}" dt="2022-07-06T04:13:49.368" v="95"/>
            <ac:spMkLst>
              <pc:docMk/>
              <pc:sldMasterMk cId="1377184672" sldId="2147484005"/>
              <pc:sldLayoutMk cId="0" sldId="2147484012"/>
              <ac:spMk id="5" creationId="{00000000-0000-0000-0000-000000000000}"/>
            </ac:spMkLst>
          </pc:spChg>
          <pc:spChg chg="add mod">
            <ac:chgData name="Tín Lê MKT" userId="68e77276-d07b-41ff-80f1-8ca87a0e901e" providerId="ADAL" clId="{627355A0-4FC7-422E-9B93-C8E18597C1DC}" dt="2022-07-06T04:23:15.482" v="247" actId="14100"/>
            <ac:spMkLst>
              <pc:docMk/>
              <pc:sldMasterMk cId="1377184672" sldId="2147484005"/>
              <pc:sldLayoutMk cId="0" sldId="2147484012"/>
              <ac:spMk id="6" creationId="{F138E5C8-5EEB-E013-BAA7-DF48076D9D04}"/>
            </ac:spMkLst>
          </pc:spChg>
          <pc:spChg chg="add del mod">
            <ac:chgData name="Tín Lê MKT" userId="68e77276-d07b-41ff-80f1-8ca87a0e901e" providerId="ADAL" clId="{627355A0-4FC7-422E-9B93-C8E18597C1DC}" dt="2022-07-06T04:23:08.975" v="244" actId="478"/>
            <ac:spMkLst>
              <pc:docMk/>
              <pc:sldMasterMk cId="1377184672" sldId="2147484005"/>
              <pc:sldLayoutMk cId="0" sldId="2147484012"/>
              <ac:spMk id="7" creationId="{0432E9E5-7119-6195-BEF3-818599B74F7D}"/>
            </ac:spMkLst>
          </pc:spChg>
          <pc:spChg chg="add mod">
            <ac:chgData name="Tín Lê MKT" userId="68e77276-d07b-41ff-80f1-8ca87a0e901e" providerId="ADAL" clId="{627355A0-4FC7-422E-9B93-C8E18597C1DC}" dt="2022-07-06T04:23:28.300" v="256" actId="20577"/>
            <ac:spMkLst>
              <pc:docMk/>
              <pc:sldMasterMk cId="1377184672" sldId="2147484005"/>
              <pc:sldLayoutMk cId="0" sldId="2147484012"/>
              <ac:spMk id="8" creationId="{8137642C-F49E-5C3D-F163-CC8579110AE7}"/>
            </ac:spMkLst>
          </pc:spChg>
          <pc:spChg chg="add mod">
            <ac:chgData name="Tín Lê MKT" userId="68e77276-d07b-41ff-80f1-8ca87a0e901e" providerId="ADAL" clId="{627355A0-4FC7-422E-9B93-C8E18597C1DC}" dt="2022-07-06T04:40:39.623" v="437" actId="2711"/>
            <ac:spMkLst>
              <pc:docMk/>
              <pc:sldMasterMk cId="1377184672" sldId="2147484005"/>
              <pc:sldLayoutMk cId="0" sldId="2147484012"/>
              <ac:spMk id="9" creationId="{6109CB5C-63C5-D518-E5A7-C08B2824C7A1}"/>
            </ac:spMkLst>
          </pc:spChg>
          <pc:picChg chg="add mod">
            <ac:chgData name="Tín Lê MKT" userId="68e77276-d07b-41ff-80f1-8ca87a0e901e" providerId="ADAL" clId="{627355A0-4FC7-422E-9B93-C8E18597C1DC}" dt="2022-07-06T04:25:02.391" v="260"/>
            <ac:picMkLst>
              <pc:docMk/>
              <pc:sldMasterMk cId="1377184672" sldId="2147484005"/>
              <pc:sldLayoutMk cId="0" sldId="2147484012"/>
              <ac:picMk id="11" creationId="{36B677E3-A32D-592C-3700-F2E03D803426}"/>
            </ac:picMkLst>
          </pc:picChg>
          <pc:cxnChg chg="add mod">
            <ac:chgData name="Tín Lê MKT" userId="68e77276-d07b-41ff-80f1-8ca87a0e901e" providerId="ADAL" clId="{627355A0-4FC7-422E-9B93-C8E18597C1DC}" dt="2022-07-06T04:25:02.391" v="260"/>
            <ac:cxnSpMkLst>
              <pc:docMk/>
              <pc:sldMasterMk cId="1377184672" sldId="2147484005"/>
              <pc:sldLayoutMk cId="0" sldId="2147484012"/>
              <ac:cxnSpMk id="10" creationId="{A3075B01-C366-BB5D-4701-C8DE84001798}"/>
            </ac:cxnSpMkLst>
          </pc:cxnChg>
        </pc:sldLayoutChg>
        <pc:sldLayoutChg chg="del">
          <pc:chgData name="Tín Lê MKT" userId="68e77276-d07b-41ff-80f1-8ca87a0e901e" providerId="ADAL" clId="{627355A0-4FC7-422E-9B93-C8E18597C1DC}" dt="2022-07-06T04:08:29.908" v="56" actId="2696"/>
          <pc:sldLayoutMkLst>
            <pc:docMk/>
            <pc:sldMasterMk cId="1377184672" sldId="2147484005"/>
            <pc:sldLayoutMk cId="0" sldId="2147484013"/>
          </pc:sldLayoutMkLst>
        </pc:sldLayoutChg>
        <pc:sldLayoutChg chg="del">
          <pc:chgData name="Tín Lê MKT" userId="68e77276-d07b-41ff-80f1-8ca87a0e901e" providerId="ADAL" clId="{627355A0-4FC7-422E-9B93-C8E18597C1DC}" dt="2022-07-06T04:08:30.203" v="57" actId="2696"/>
          <pc:sldLayoutMkLst>
            <pc:docMk/>
            <pc:sldMasterMk cId="1377184672" sldId="2147484005"/>
            <pc:sldLayoutMk cId="498607493" sldId="2147484014"/>
          </pc:sldLayoutMkLst>
        </pc:sldLayoutChg>
        <pc:sldLayoutChg chg="del">
          <pc:chgData name="Tín Lê MKT" userId="68e77276-d07b-41ff-80f1-8ca87a0e901e" providerId="ADAL" clId="{627355A0-4FC7-422E-9B93-C8E18597C1DC}" dt="2022-07-06T04:08:30.491" v="58" actId="2696"/>
          <pc:sldLayoutMkLst>
            <pc:docMk/>
            <pc:sldMasterMk cId="1377184672" sldId="2147484005"/>
            <pc:sldLayoutMk cId="618669304" sldId="2147484015"/>
          </pc:sldLayoutMkLst>
        </pc:sldLayoutChg>
        <pc:sldLayoutChg chg="del">
          <pc:chgData name="Tín Lê MKT" userId="68e77276-d07b-41ff-80f1-8ca87a0e901e" providerId="ADAL" clId="{627355A0-4FC7-422E-9B93-C8E18597C1DC}" dt="2022-07-06T04:08:19.217" v="45" actId="2696"/>
          <pc:sldLayoutMkLst>
            <pc:docMk/>
            <pc:sldMasterMk cId="1377184672" sldId="2147484005"/>
            <pc:sldLayoutMk cId="596645429" sldId="2147484016"/>
          </pc:sldLayoutMkLst>
        </pc:sldLayoutChg>
        <pc:sldLayoutChg chg="del">
          <pc:chgData name="Tín Lê MKT" userId="68e77276-d07b-41ff-80f1-8ca87a0e901e" providerId="ADAL" clId="{627355A0-4FC7-422E-9B93-C8E18597C1DC}" dt="2022-07-06T04:08:19.741" v="46" actId="2696"/>
          <pc:sldLayoutMkLst>
            <pc:docMk/>
            <pc:sldMasterMk cId="1377184672" sldId="2147484005"/>
            <pc:sldLayoutMk cId="0" sldId="2147484017"/>
          </pc:sldLayoutMkLst>
        </pc:sldLayoutChg>
        <pc:sldLayoutChg chg="addSp delSp modSp mod">
          <pc:chgData name="Tín Lê MKT" userId="68e77276-d07b-41ff-80f1-8ca87a0e901e" providerId="ADAL" clId="{627355A0-4FC7-422E-9B93-C8E18597C1DC}" dt="2022-07-06T04:41:30.216" v="440" actId="20577"/>
          <pc:sldLayoutMkLst>
            <pc:docMk/>
            <pc:sldMasterMk cId="1377184672" sldId="2147484005"/>
            <pc:sldLayoutMk cId="473075210" sldId="2147484018"/>
          </pc:sldLayoutMkLst>
          <pc:spChg chg="add del">
            <ac:chgData name="Tín Lê MKT" userId="68e77276-d07b-41ff-80f1-8ca87a0e901e" providerId="ADAL" clId="{627355A0-4FC7-422E-9B93-C8E18597C1DC}" dt="2022-07-06T04:32:44.497" v="318" actId="11529"/>
            <ac:spMkLst>
              <pc:docMk/>
              <pc:sldMasterMk cId="1377184672" sldId="2147484005"/>
              <pc:sldLayoutMk cId="473075210" sldId="2147484018"/>
              <ac:spMk id="2" creationId="{2F617BD8-294C-D247-C420-C3381B9619C2}"/>
            </ac:spMkLst>
          </pc:spChg>
          <pc:spChg chg="del">
            <ac:chgData name="Tín Lê MKT" userId="68e77276-d07b-41ff-80f1-8ca87a0e901e" providerId="ADAL" clId="{627355A0-4FC7-422E-9B93-C8E18597C1DC}" dt="2022-07-06T04:06:25.893" v="9" actId="478"/>
            <ac:spMkLst>
              <pc:docMk/>
              <pc:sldMasterMk cId="1377184672" sldId="2147484005"/>
              <pc:sldLayoutMk cId="473075210" sldId="2147484018"/>
              <ac:spMk id="3" creationId="{00000000-0000-0000-0000-000000000000}"/>
            </ac:spMkLst>
          </pc:spChg>
          <pc:spChg chg="add del mod">
            <ac:chgData name="Tín Lê MKT" userId="68e77276-d07b-41ff-80f1-8ca87a0e901e" providerId="ADAL" clId="{627355A0-4FC7-422E-9B93-C8E18597C1DC}" dt="2022-07-06T04:06:27.734" v="11"/>
            <ac:spMkLst>
              <pc:docMk/>
              <pc:sldMasterMk cId="1377184672" sldId="2147484005"/>
              <pc:sldLayoutMk cId="473075210" sldId="2147484018"/>
              <ac:spMk id="5" creationId="{723C5F10-A115-3EE9-65D7-CFD981960C62}"/>
            </ac:spMkLst>
          </pc:spChg>
          <pc:spChg chg="add del mod">
            <ac:chgData name="Tín Lê MKT" userId="68e77276-d07b-41ff-80f1-8ca87a0e901e" providerId="ADAL" clId="{627355A0-4FC7-422E-9B93-C8E18597C1DC}" dt="2022-07-06T04:06:27.734" v="11"/>
            <ac:spMkLst>
              <pc:docMk/>
              <pc:sldMasterMk cId="1377184672" sldId="2147484005"/>
              <pc:sldLayoutMk cId="473075210" sldId="2147484018"/>
              <ac:spMk id="7" creationId="{ACA8CD75-8940-6C91-DFDD-3C80BCDAAF15}"/>
            </ac:spMkLst>
          </pc:spChg>
          <pc:spChg chg="add del mod">
            <ac:chgData name="Tín Lê MKT" userId="68e77276-d07b-41ff-80f1-8ca87a0e901e" providerId="ADAL" clId="{627355A0-4FC7-422E-9B93-C8E18597C1DC}" dt="2022-07-06T04:06:27.734" v="11"/>
            <ac:spMkLst>
              <pc:docMk/>
              <pc:sldMasterMk cId="1377184672" sldId="2147484005"/>
              <pc:sldLayoutMk cId="473075210" sldId="2147484018"/>
              <ac:spMk id="8" creationId="{F6243064-B491-AADC-F9F6-22420D770A2C}"/>
            </ac:spMkLst>
          </pc:spChg>
          <pc:spChg chg="add del mod">
            <ac:chgData name="Tín Lê MKT" userId="68e77276-d07b-41ff-80f1-8ca87a0e901e" providerId="ADAL" clId="{627355A0-4FC7-422E-9B93-C8E18597C1DC}" dt="2022-07-06T04:06:45.686" v="13" actId="478"/>
            <ac:spMkLst>
              <pc:docMk/>
              <pc:sldMasterMk cId="1377184672" sldId="2147484005"/>
              <pc:sldLayoutMk cId="473075210" sldId="2147484018"/>
              <ac:spMk id="10" creationId="{5AF8FDCC-8D2C-6DD4-77FA-9FD92FF4F841}"/>
            </ac:spMkLst>
          </pc:spChg>
          <pc:spChg chg="add del mod">
            <ac:chgData name="Tín Lê MKT" userId="68e77276-d07b-41ff-80f1-8ca87a0e901e" providerId="ADAL" clId="{627355A0-4FC7-422E-9B93-C8E18597C1DC}" dt="2022-07-06T04:06:45.686" v="13" actId="478"/>
            <ac:spMkLst>
              <pc:docMk/>
              <pc:sldMasterMk cId="1377184672" sldId="2147484005"/>
              <pc:sldLayoutMk cId="473075210" sldId="2147484018"/>
              <ac:spMk id="11" creationId="{9F168D65-1FBF-0D7C-C82F-7ABDEBA44B4B}"/>
            </ac:spMkLst>
          </pc:spChg>
          <pc:spChg chg="add del mod">
            <ac:chgData name="Tín Lê MKT" userId="68e77276-d07b-41ff-80f1-8ca87a0e901e" providerId="ADAL" clId="{627355A0-4FC7-422E-9B93-C8E18597C1DC}" dt="2022-07-06T04:06:45.686" v="13" actId="478"/>
            <ac:spMkLst>
              <pc:docMk/>
              <pc:sldMasterMk cId="1377184672" sldId="2147484005"/>
              <pc:sldLayoutMk cId="473075210" sldId="2147484018"/>
              <ac:spMk id="12" creationId="{5171DBDE-DD24-D4B2-4548-5F42BD08F621}"/>
            </ac:spMkLst>
          </pc:spChg>
          <pc:spChg chg="add del mod">
            <ac:chgData name="Tín Lê MKT" userId="68e77276-d07b-41ff-80f1-8ca87a0e901e" providerId="ADAL" clId="{627355A0-4FC7-422E-9B93-C8E18597C1DC}" dt="2022-07-06T04:06:45.686" v="13" actId="478"/>
            <ac:spMkLst>
              <pc:docMk/>
              <pc:sldMasterMk cId="1377184672" sldId="2147484005"/>
              <pc:sldLayoutMk cId="473075210" sldId="2147484018"/>
              <ac:spMk id="13" creationId="{BBDC0A8B-96A4-2AED-AB8F-7F1F75D836A9}"/>
            </ac:spMkLst>
          </pc:spChg>
          <pc:spChg chg="add del mod">
            <ac:chgData name="Tín Lê MKT" userId="68e77276-d07b-41ff-80f1-8ca87a0e901e" providerId="ADAL" clId="{627355A0-4FC7-422E-9B93-C8E18597C1DC}" dt="2022-07-06T04:06:45.686" v="13" actId="478"/>
            <ac:spMkLst>
              <pc:docMk/>
              <pc:sldMasterMk cId="1377184672" sldId="2147484005"/>
              <pc:sldLayoutMk cId="473075210" sldId="2147484018"/>
              <ac:spMk id="14" creationId="{07244612-FC4A-4B96-EACB-03B1852B2E33}"/>
            </ac:spMkLst>
          </pc:spChg>
          <pc:spChg chg="add del mod">
            <ac:chgData name="Tín Lê MKT" userId="68e77276-d07b-41ff-80f1-8ca87a0e901e" providerId="ADAL" clId="{627355A0-4FC7-422E-9B93-C8E18597C1DC}" dt="2022-07-06T04:06:45.686" v="13" actId="478"/>
            <ac:spMkLst>
              <pc:docMk/>
              <pc:sldMasterMk cId="1377184672" sldId="2147484005"/>
              <pc:sldLayoutMk cId="473075210" sldId="2147484018"/>
              <ac:spMk id="15" creationId="{F8DF1054-32F6-7D00-7E28-8E40308F7B19}"/>
            </ac:spMkLst>
          </pc:spChg>
          <pc:spChg chg="add del mod">
            <ac:chgData name="Tín Lê MKT" userId="68e77276-d07b-41ff-80f1-8ca87a0e901e" providerId="ADAL" clId="{627355A0-4FC7-422E-9B93-C8E18597C1DC}" dt="2022-07-06T04:26:36.503" v="269" actId="478"/>
            <ac:spMkLst>
              <pc:docMk/>
              <pc:sldMasterMk cId="1377184672" sldId="2147484005"/>
              <pc:sldLayoutMk cId="473075210" sldId="2147484018"/>
              <ac:spMk id="16" creationId="{95FDB751-93CF-8693-5D89-5BC4955FC512}"/>
            </ac:spMkLst>
          </pc:spChg>
          <pc:spChg chg="add mod">
            <ac:chgData name="Tín Lê MKT" userId="68e77276-d07b-41ff-80f1-8ca87a0e901e" providerId="ADAL" clId="{627355A0-4FC7-422E-9B93-C8E18597C1DC}" dt="2022-07-06T04:41:30.216" v="440" actId="20577"/>
            <ac:spMkLst>
              <pc:docMk/>
              <pc:sldMasterMk cId="1377184672" sldId="2147484005"/>
              <pc:sldLayoutMk cId="473075210" sldId="2147484018"/>
              <ac:spMk id="17" creationId="{6EF90BD8-CFDC-CE0B-2248-D8B8EDB35278}"/>
            </ac:spMkLst>
          </pc:spChg>
          <pc:spChg chg="add del mod">
            <ac:chgData name="Tín Lê MKT" userId="68e77276-d07b-41ff-80f1-8ca87a0e901e" providerId="ADAL" clId="{627355A0-4FC7-422E-9B93-C8E18597C1DC}" dt="2022-07-06T04:33:18.375" v="325" actId="478"/>
            <ac:spMkLst>
              <pc:docMk/>
              <pc:sldMasterMk cId="1377184672" sldId="2147484005"/>
              <pc:sldLayoutMk cId="473075210" sldId="2147484018"/>
              <ac:spMk id="18" creationId="{A47F3C82-6319-59E7-BAE5-657716A3D94E}"/>
            </ac:spMkLst>
          </pc:spChg>
          <pc:spChg chg="add del mod">
            <ac:chgData name="Tín Lê MKT" userId="68e77276-d07b-41ff-80f1-8ca87a0e901e" providerId="ADAL" clId="{627355A0-4FC7-422E-9B93-C8E18597C1DC}" dt="2022-07-06T04:34:27.327" v="401" actId="478"/>
            <ac:spMkLst>
              <pc:docMk/>
              <pc:sldMasterMk cId="1377184672" sldId="2147484005"/>
              <pc:sldLayoutMk cId="473075210" sldId="2147484018"/>
              <ac:spMk id="19" creationId="{8A92D4F0-294E-655B-2B3B-8A66C4DFD054}"/>
            </ac:spMkLst>
          </pc:spChg>
          <pc:spChg chg="add del mod">
            <ac:chgData name="Tín Lê MKT" userId="68e77276-d07b-41ff-80f1-8ca87a0e901e" providerId="ADAL" clId="{627355A0-4FC7-422E-9B93-C8E18597C1DC}" dt="2022-07-06T04:34:28.087" v="402" actId="478"/>
            <ac:spMkLst>
              <pc:docMk/>
              <pc:sldMasterMk cId="1377184672" sldId="2147484005"/>
              <pc:sldLayoutMk cId="473075210" sldId="2147484018"/>
              <ac:spMk id="20" creationId="{29003E74-C650-3E0D-EB43-CC39F2117870}"/>
            </ac:spMkLst>
          </pc:spChg>
          <pc:spChg chg="add del mod">
            <ac:chgData name="Tín Lê MKT" userId="68e77276-d07b-41ff-80f1-8ca87a0e901e" providerId="ADAL" clId="{627355A0-4FC7-422E-9B93-C8E18597C1DC}" dt="2022-07-06T04:34:29.124" v="403" actId="478"/>
            <ac:spMkLst>
              <pc:docMk/>
              <pc:sldMasterMk cId="1377184672" sldId="2147484005"/>
              <pc:sldLayoutMk cId="473075210" sldId="2147484018"/>
              <ac:spMk id="21" creationId="{EA198BD1-A601-3175-DCC3-16B3230FED76}"/>
            </ac:spMkLst>
          </pc:spChg>
          <pc:spChg chg="add mod">
            <ac:chgData name="Tín Lê MKT" userId="68e77276-d07b-41ff-80f1-8ca87a0e901e" providerId="ADAL" clId="{627355A0-4FC7-422E-9B93-C8E18597C1DC}" dt="2022-07-06T04:40:32.359" v="435" actId="2711"/>
            <ac:spMkLst>
              <pc:docMk/>
              <pc:sldMasterMk cId="1377184672" sldId="2147484005"/>
              <pc:sldLayoutMk cId="473075210" sldId="2147484018"/>
              <ac:spMk id="24" creationId="{682801F5-D67E-15F6-E61F-05028FDE9CAF}"/>
            </ac:spMkLst>
          </pc:spChg>
          <pc:spChg chg="add mod">
            <ac:chgData name="Tín Lê MKT" userId="68e77276-d07b-41ff-80f1-8ca87a0e901e" providerId="ADAL" clId="{627355A0-4FC7-422E-9B93-C8E18597C1DC}" dt="2022-07-06T04:34:20.687" v="400" actId="14100"/>
            <ac:spMkLst>
              <pc:docMk/>
              <pc:sldMasterMk cId="1377184672" sldId="2147484005"/>
              <pc:sldLayoutMk cId="473075210" sldId="2147484018"/>
              <ac:spMk id="27" creationId="{953985B1-F080-C9E2-B82B-5C9B71566C35}"/>
            </ac:spMkLst>
          </pc:spChg>
          <pc:picChg chg="add del mod">
            <ac:chgData name="Tín Lê MKT" userId="68e77276-d07b-41ff-80f1-8ca87a0e901e" providerId="ADAL" clId="{627355A0-4FC7-422E-9B93-C8E18597C1DC}" dt="2022-07-06T04:06:27.734" v="11"/>
            <ac:picMkLst>
              <pc:docMk/>
              <pc:sldMasterMk cId="1377184672" sldId="2147484005"/>
              <pc:sldLayoutMk cId="473075210" sldId="2147484018"/>
              <ac:picMk id="4" creationId="{8EE9193B-9F27-0EFE-475D-9220841AF6ED}"/>
            </ac:picMkLst>
          </pc:picChg>
          <pc:picChg chg="add del mod">
            <ac:chgData name="Tín Lê MKT" userId="68e77276-d07b-41ff-80f1-8ca87a0e901e" providerId="ADAL" clId="{627355A0-4FC7-422E-9B93-C8E18597C1DC}" dt="2022-07-06T04:06:27.734" v="11"/>
            <ac:picMkLst>
              <pc:docMk/>
              <pc:sldMasterMk cId="1377184672" sldId="2147484005"/>
              <pc:sldLayoutMk cId="473075210" sldId="2147484018"/>
              <ac:picMk id="9" creationId="{92A8EC0E-8610-E61D-ECE9-0F54F9614A34}"/>
            </ac:picMkLst>
          </pc:picChg>
          <pc:picChg chg="add del mod">
            <ac:chgData name="Tín Lê MKT" userId="68e77276-d07b-41ff-80f1-8ca87a0e901e" providerId="ADAL" clId="{627355A0-4FC7-422E-9B93-C8E18597C1DC}" dt="2022-07-06T04:26:36.503" v="269" actId="478"/>
            <ac:picMkLst>
              <pc:docMk/>
              <pc:sldMasterMk cId="1377184672" sldId="2147484005"/>
              <pc:sldLayoutMk cId="473075210" sldId="2147484018"/>
              <ac:picMk id="23" creationId="{DE4EEC3E-07A1-562D-1EB7-CE6150EF4870}"/>
            </ac:picMkLst>
          </pc:picChg>
          <pc:picChg chg="add mod">
            <ac:chgData name="Tín Lê MKT" userId="68e77276-d07b-41ff-80f1-8ca87a0e901e" providerId="ADAL" clId="{627355A0-4FC7-422E-9B93-C8E18597C1DC}" dt="2022-07-06T04:26:37.179" v="270"/>
            <ac:picMkLst>
              <pc:docMk/>
              <pc:sldMasterMk cId="1377184672" sldId="2147484005"/>
              <pc:sldLayoutMk cId="473075210" sldId="2147484018"/>
              <ac:picMk id="26" creationId="{AF8D5356-018F-AB9B-C114-37C2BEDF3B85}"/>
            </ac:picMkLst>
          </pc:picChg>
          <pc:cxnChg chg="add del mod">
            <ac:chgData name="Tín Lê MKT" userId="68e77276-d07b-41ff-80f1-8ca87a0e901e" providerId="ADAL" clId="{627355A0-4FC7-422E-9B93-C8E18597C1DC}" dt="2022-07-06T04:06:27.734" v="11"/>
            <ac:cxnSpMkLst>
              <pc:docMk/>
              <pc:sldMasterMk cId="1377184672" sldId="2147484005"/>
              <pc:sldLayoutMk cId="473075210" sldId="2147484018"/>
              <ac:cxnSpMk id="6" creationId="{7FE0C0D1-47E6-DAD5-0E81-940A2D1FB6A2}"/>
            </ac:cxnSpMkLst>
          </pc:cxnChg>
          <pc:cxnChg chg="add del mod">
            <ac:chgData name="Tín Lê MKT" userId="68e77276-d07b-41ff-80f1-8ca87a0e901e" providerId="ADAL" clId="{627355A0-4FC7-422E-9B93-C8E18597C1DC}" dt="2022-07-06T04:26:36.503" v="269" actId="478"/>
            <ac:cxnSpMkLst>
              <pc:docMk/>
              <pc:sldMasterMk cId="1377184672" sldId="2147484005"/>
              <pc:sldLayoutMk cId="473075210" sldId="2147484018"/>
              <ac:cxnSpMk id="22" creationId="{8A60CAE2-7C41-EE7A-1528-765AE0F831B0}"/>
            </ac:cxnSpMkLst>
          </pc:cxnChg>
          <pc:cxnChg chg="add mod">
            <ac:chgData name="Tín Lê MKT" userId="68e77276-d07b-41ff-80f1-8ca87a0e901e" providerId="ADAL" clId="{627355A0-4FC7-422E-9B93-C8E18597C1DC}" dt="2022-07-06T04:26:37.179" v="270"/>
            <ac:cxnSpMkLst>
              <pc:docMk/>
              <pc:sldMasterMk cId="1377184672" sldId="2147484005"/>
              <pc:sldLayoutMk cId="473075210" sldId="2147484018"/>
              <ac:cxnSpMk id="25" creationId="{89AF3FCF-F967-AC2A-40EA-C65CEB0C2BC5}"/>
            </ac:cxnSpMkLst>
          </pc:cxnChg>
        </pc:sldLayoutChg>
        <pc:sldLayoutChg chg="del">
          <pc:chgData name="Tín Lê MKT" userId="68e77276-d07b-41ff-80f1-8ca87a0e901e" providerId="ADAL" clId="{627355A0-4FC7-422E-9B93-C8E18597C1DC}" dt="2022-07-06T04:08:29.470" v="55" actId="2696"/>
          <pc:sldLayoutMkLst>
            <pc:docMk/>
            <pc:sldMasterMk cId="1377184672" sldId="2147484005"/>
            <pc:sldLayoutMk cId="0" sldId="2147484019"/>
          </pc:sldLayoutMkLst>
        </pc:sldLayoutChg>
        <pc:sldLayoutChg chg="del">
          <pc:chgData name="Tín Lê MKT" userId="68e77276-d07b-41ff-80f1-8ca87a0e901e" providerId="ADAL" clId="{627355A0-4FC7-422E-9B93-C8E18597C1DC}" dt="2022-07-06T04:08:19.768" v="47" actId="2696"/>
          <pc:sldLayoutMkLst>
            <pc:docMk/>
            <pc:sldMasterMk cId="1377184672" sldId="2147484005"/>
            <pc:sldLayoutMk cId="1747433325" sldId="2147484020"/>
          </pc:sldLayoutMkLst>
        </pc:sldLayoutChg>
        <pc:sldLayoutChg chg="del">
          <pc:chgData name="Tín Lê MKT" userId="68e77276-d07b-41ff-80f1-8ca87a0e901e" providerId="ADAL" clId="{627355A0-4FC7-422E-9B93-C8E18597C1DC}" dt="2022-07-06T04:08:19.800" v="48" actId="2696"/>
          <pc:sldLayoutMkLst>
            <pc:docMk/>
            <pc:sldMasterMk cId="1377184672" sldId="2147484005"/>
            <pc:sldLayoutMk cId="0" sldId="2147484021"/>
          </pc:sldLayoutMkLst>
        </pc:sldLayoutChg>
        <pc:sldLayoutChg chg="del">
          <pc:chgData name="Tín Lê MKT" userId="68e77276-d07b-41ff-80f1-8ca87a0e901e" providerId="ADAL" clId="{627355A0-4FC7-422E-9B93-C8E18597C1DC}" dt="2022-07-06T04:08:02.607" v="21" actId="2696"/>
          <pc:sldLayoutMkLst>
            <pc:docMk/>
            <pc:sldMasterMk cId="1377184672" sldId="2147484005"/>
            <pc:sldLayoutMk cId="0" sldId="2147484022"/>
          </pc:sldLayoutMkLst>
        </pc:sldLayoutChg>
        <pc:sldLayoutChg chg="addSp delSp modSp del mod">
          <pc:chgData name="Tín Lê MKT" userId="68e77276-d07b-41ff-80f1-8ca87a0e901e" providerId="ADAL" clId="{627355A0-4FC7-422E-9B93-C8E18597C1DC}" dt="2022-07-06T04:28:18.982" v="278" actId="2696"/>
          <pc:sldLayoutMkLst>
            <pc:docMk/>
            <pc:sldMasterMk cId="1377184672" sldId="2147484005"/>
            <pc:sldLayoutMk cId="0" sldId="2147484023"/>
          </pc:sldLayoutMkLst>
          <pc:spChg chg="del">
            <ac:chgData name="Tín Lê MKT" userId="68e77276-d07b-41ff-80f1-8ca87a0e901e" providerId="ADAL" clId="{627355A0-4FC7-422E-9B93-C8E18597C1DC}" dt="2022-07-06T04:07:29.959" v="17" actId="478"/>
            <ac:spMkLst>
              <pc:docMk/>
              <pc:sldMasterMk cId="1377184672" sldId="2147484005"/>
              <pc:sldLayoutMk cId="0" sldId="2147484023"/>
              <ac:spMk id="3" creationId="{00000000-0000-0000-0000-000000000000}"/>
            </ac:spMkLst>
          </pc:spChg>
          <pc:spChg chg="del">
            <ac:chgData name="Tín Lê MKT" userId="68e77276-d07b-41ff-80f1-8ca87a0e901e" providerId="ADAL" clId="{627355A0-4FC7-422E-9B93-C8E18597C1DC}" dt="2022-07-06T04:07:29.959" v="17" actId="478"/>
            <ac:spMkLst>
              <pc:docMk/>
              <pc:sldMasterMk cId="1377184672" sldId="2147484005"/>
              <pc:sldLayoutMk cId="0" sldId="2147484023"/>
              <ac:spMk id="4" creationId="{00000000-0000-0000-0000-000000000000}"/>
            </ac:spMkLst>
          </pc:spChg>
          <pc:spChg chg="del">
            <ac:chgData name="Tín Lê MKT" userId="68e77276-d07b-41ff-80f1-8ca87a0e901e" providerId="ADAL" clId="{627355A0-4FC7-422E-9B93-C8E18597C1DC}" dt="2022-07-06T04:07:29.959" v="17" actId="478"/>
            <ac:spMkLst>
              <pc:docMk/>
              <pc:sldMasterMk cId="1377184672" sldId="2147484005"/>
              <pc:sldLayoutMk cId="0" sldId="2147484023"/>
              <ac:spMk id="5" creationId="{00000000-0000-0000-0000-000000000000}"/>
            </ac:spMkLst>
          </pc:spChg>
          <pc:spChg chg="add mod">
            <ac:chgData name="Tín Lê MKT" userId="68e77276-d07b-41ff-80f1-8ca87a0e901e" providerId="ADAL" clId="{627355A0-4FC7-422E-9B93-C8E18597C1DC}" dt="2022-07-06T04:07:30.747" v="18"/>
            <ac:spMkLst>
              <pc:docMk/>
              <pc:sldMasterMk cId="1377184672" sldId="2147484005"/>
              <pc:sldLayoutMk cId="0" sldId="2147484023"/>
              <ac:spMk id="6" creationId="{A572DC87-7CFD-6451-6907-3659643E1821}"/>
            </ac:spMkLst>
          </pc:spChg>
          <pc:spChg chg="add mod">
            <ac:chgData name="Tín Lê MKT" userId="68e77276-d07b-41ff-80f1-8ca87a0e901e" providerId="ADAL" clId="{627355A0-4FC7-422E-9B93-C8E18597C1DC}" dt="2022-07-06T04:07:30.747" v="18"/>
            <ac:spMkLst>
              <pc:docMk/>
              <pc:sldMasterMk cId="1377184672" sldId="2147484005"/>
              <pc:sldLayoutMk cId="0" sldId="2147484023"/>
              <ac:spMk id="8" creationId="{98BCA762-D5A2-FDAC-8F9F-83ED54ADE903}"/>
            </ac:spMkLst>
          </pc:spChg>
          <pc:spChg chg="add mod">
            <ac:chgData name="Tín Lê MKT" userId="68e77276-d07b-41ff-80f1-8ca87a0e901e" providerId="ADAL" clId="{627355A0-4FC7-422E-9B93-C8E18597C1DC}" dt="2022-07-06T04:07:30.747" v="18"/>
            <ac:spMkLst>
              <pc:docMk/>
              <pc:sldMasterMk cId="1377184672" sldId="2147484005"/>
              <pc:sldLayoutMk cId="0" sldId="2147484023"/>
              <ac:spMk id="10" creationId="{BF668982-3CC7-471B-A17E-2D1083384F82}"/>
            </ac:spMkLst>
          </pc:spChg>
          <pc:spChg chg="add mod">
            <ac:chgData name="Tín Lê MKT" userId="68e77276-d07b-41ff-80f1-8ca87a0e901e" providerId="ADAL" clId="{627355A0-4FC7-422E-9B93-C8E18597C1DC}" dt="2022-07-06T04:07:30.747" v="18"/>
            <ac:spMkLst>
              <pc:docMk/>
              <pc:sldMasterMk cId="1377184672" sldId="2147484005"/>
              <pc:sldLayoutMk cId="0" sldId="2147484023"/>
              <ac:spMk id="12" creationId="{B54E5250-84DC-7F5A-10D8-56117CA6E77F}"/>
            </ac:spMkLst>
          </pc:spChg>
          <pc:spChg chg="add mod">
            <ac:chgData name="Tín Lê MKT" userId="68e77276-d07b-41ff-80f1-8ca87a0e901e" providerId="ADAL" clId="{627355A0-4FC7-422E-9B93-C8E18597C1DC}" dt="2022-07-06T04:07:30.747" v="18"/>
            <ac:spMkLst>
              <pc:docMk/>
              <pc:sldMasterMk cId="1377184672" sldId="2147484005"/>
              <pc:sldLayoutMk cId="0" sldId="2147484023"/>
              <ac:spMk id="14" creationId="{A134B77F-0058-D668-DD0A-DE372566FDFD}"/>
            </ac:spMkLst>
          </pc:spChg>
          <pc:spChg chg="add mod">
            <ac:chgData name="Tín Lê MKT" userId="68e77276-d07b-41ff-80f1-8ca87a0e901e" providerId="ADAL" clId="{627355A0-4FC7-422E-9B93-C8E18597C1DC}" dt="2022-07-06T04:15:01.961" v="105" actId="2711"/>
            <ac:spMkLst>
              <pc:docMk/>
              <pc:sldMasterMk cId="1377184672" sldId="2147484005"/>
              <pc:sldLayoutMk cId="0" sldId="2147484023"/>
              <ac:spMk id="15" creationId="{30DB0785-143C-B083-EC19-1B32FBDA267C}"/>
            </ac:spMkLst>
          </pc:spChg>
          <pc:spChg chg="add mod">
            <ac:chgData name="Tín Lê MKT" userId="68e77276-d07b-41ff-80f1-8ca87a0e901e" providerId="ADAL" clId="{627355A0-4FC7-422E-9B93-C8E18597C1DC}" dt="2022-07-06T04:15:01.961" v="105" actId="2711"/>
            <ac:spMkLst>
              <pc:docMk/>
              <pc:sldMasterMk cId="1377184672" sldId="2147484005"/>
              <pc:sldLayoutMk cId="0" sldId="2147484023"/>
              <ac:spMk id="16" creationId="{A442E09F-8D5E-AE16-74C2-874524303D9E}"/>
            </ac:spMkLst>
          </pc:spChg>
          <pc:spChg chg="add mod">
            <ac:chgData name="Tín Lê MKT" userId="68e77276-d07b-41ff-80f1-8ca87a0e901e" providerId="ADAL" clId="{627355A0-4FC7-422E-9B93-C8E18597C1DC}" dt="2022-07-06T04:15:01.961" v="105" actId="2711"/>
            <ac:spMkLst>
              <pc:docMk/>
              <pc:sldMasterMk cId="1377184672" sldId="2147484005"/>
              <pc:sldLayoutMk cId="0" sldId="2147484023"/>
              <ac:spMk id="17" creationId="{74D28D41-B6BC-AC50-14E4-80A27BD4F88A}"/>
            </ac:spMkLst>
          </pc:spChg>
          <pc:spChg chg="add mod">
            <ac:chgData name="Tín Lê MKT" userId="68e77276-d07b-41ff-80f1-8ca87a0e901e" providerId="ADAL" clId="{627355A0-4FC7-422E-9B93-C8E18597C1DC}" dt="2022-07-06T04:15:01.961" v="105" actId="2711"/>
            <ac:spMkLst>
              <pc:docMk/>
              <pc:sldMasterMk cId="1377184672" sldId="2147484005"/>
              <pc:sldLayoutMk cId="0" sldId="2147484023"/>
              <ac:spMk id="18" creationId="{3647DB43-7172-7A07-6438-0DB5C59D70FB}"/>
            </ac:spMkLst>
          </pc:spChg>
          <pc:spChg chg="add mod">
            <ac:chgData name="Tín Lê MKT" userId="68e77276-d07b-41ff-80f1-8ca87a0e901e" providerId="ADAL" clId="{627355A0-4FC7-422E-9B93-C8E18597C1DC}" dt="2022-07-06T04:15:01.961" v="105" actId="2711"/>
            <ac:spMkLst>
              <pc:docMk/>
              <pc:sldMasterMk cId="1377184672" sldId="2147484005"/>
              <pc:sldLayoutMk cId="0" sldId="2147484023"/>
              <ac:spMk id="19" creationId="{FA4812D2-7253-E495-0C42-D6BBCE9FAAEA}"/>
            </ac:spMkLst>
          </pc:spChg>
          <pc:spChg chg="add mod">
            <ac:chgData name="Tín Lê MKT" userId="68e77276-d07b-41ff-80f1-8ca87a0e901e" providerId="ADAL" clId="{627355A0-4FC7-422E-9B93-C8E18597C1DC}" dt="2022-07-06T04:15:01.961" v="105" actId="2711"/>
            <ac:spMkLst>
              <pc:docMk/>
              <pc:sldMasterMk cId="1377184672" sldId="2147484005"/>
              <pc:sldLayoutMk cId="0" sldId="2147484023"/>
              <ac:spMk id="20" creationId="{498B0182-6EE7-490C-8E5D-634DB3312430}"/>
            </ac:spMkLst>
          </pc:spChg>
          <pc:spChg chg="add mod">
            <ac:chgData name="Tín Lê MKT" userId="68e77276-d07b-41ff-80f1-8ca87a0e901e" providerId="ADAL" clId="{627355A0-4FC7-422E-9B93-C8E18597C1DC}" dt="2022-07-06T04:15:01.961" v="105" actId="2711"/>
            <ac:spMkLst>
              <pc:docMk/>
              <pc:sldMasterMk cId="1377184672" sldId="2147484005"/>
              <pc:sldLayoutMk cId="0" sldId="2147484023"/>
              <ac:spMk id="21" creationId="{D204987C-98B2-C4E8-D6CD-CF7A7F6260EC}"/>
            </ac:spMkLst>
          </pc:spChg>
          <pc:spChg chg="add mod">
            <ac:chgData name="Tín Lê MKT" userId="68e77276-d07b-41ff-80f1-8ca87a0e901e" providerId="ADAL" clId="{627355A0-4FC7-422E-9B93-C8E18597C1DC}" dt="2022-07-06T04:15:01.961" v="105" actId="2711"/>
            <ac:spMkLst>
              <pc:docMk/>
              <pc:sldMasterMk cId="1377184672" sldId="2147484005"/>
              <pc:sldLayoutMk cId="0" sldId="2147484023"/>
              <ac:spMk id="22" creationId="{17E9FEC0-7AFA-3F91-3005-B8ADB1662BBA}"/>
            </ac:spMkLst>
          </pc:spChg>
          <pc:spChg chg="add mod">
            <ac:chgData name="Tín Lê MKT" userId="68e77276-d07b-41ff-80f1-8ca87a0e901e" providerId="ADAL" clId="{627355A0-4FC7-422E-9B93-C8E18597C1DC}" dt="2022-07-06T04:24:56.895" v="258"/>
            <ac:spMkLst>
              <pc:docMk/>
              <pc:sldMasterMk cId="1377184672" sldId="2147484005"/>
              <pc:sldLayoutMk cId="0" sldId="2147484023"/>
              <ac:spMk id="23" creationId="{310E3ED5-5CB7-0912-57EF-C79DBA1FA1E5}"/>
            </ac:spMkLst>
          </pc:spChg>
          <pc:graphicFrameChg chg="add mod">
            <ac:chgData name="Tín Lê MKT" userId="68e77276-d07b-41ff-80f1-8ca87a0e901e" providerId="ADAL" clId="{627355A0-4FC7-422E-9B93-C8E18597C1DC}" dt="2022-07-06T04:07:30.747" v="18"/>
            <ac:graphicFrameMkLst>
              <pc:docMk/>
              <pc:sldMasterMk cId="1377184672" sldId="2147484005"/>
              <pc:sldLayoutMk cId="0" sldId="2147484023"/>
              <ac:graphicFrameMk id="7" creationId="{3619BF74-E7C8-419F-97F5-218854BF3C1B}"/>
            </ac:graphicFrameMkLst>
          </pc:graphicFrameChg>
          <pc:graphicFrameChg chg="add mod">
            <ac:chgData name="Tín Lê MKT" userId="68e77276-d07b-41ff-80f1-8ca87a0e901e" providerId="ADAL" clId="{627355A0-4FC7-422E-9B93-C8E18597C1DC}" dt="2022-07-06T04:07:30.747" v="18"/>
            <ac:graphicFrameMkLst>
              <pc:docMk/>
              <pc:sldMasterMk cId="1377184672" sldId="2147484005"/>
              <pc:sldLayoutMk cId="0" sldId="2147484023"/>
              <ac:graphicFrameMk id="9" creationId="{162D586C-1300-D05C-AA0B-C8C05855F99A}"/>
            </ac:graphicFrameMkLst>
          </pc:graphicFrameChg>
          <pc:graphicFrameChg chg="add mod">
            <ac:chgData name="Tín Lê MKT" userId="68e77276-d07b-41ff-80f1-8ca87a0e901e" providerId="ADAL" clId="{627355A0-4FC7-422E-9B93-C8E18597C1DC}" dt="2022-07-06T04:07:30.747" v="18"/>
            <ac:graphicFrameMkLst>
              <pc:docMk/>
              <pc:sldMasterMk cId="1377184672" sldId="2147484005"/>
              <pc:sldLayoutMk cId="0" sldId="2147484023"/>
              <ac:graphicFrameMk id="11" creationId="{251EB9D4-8932-DEA8-5FD3-B5612B6B20B1}"/>
            </ac:graphicFrameMkLst>
          </pc:graphicFrameChg>
          <pc:graphicFrameChg chg="add mod">
            <ac:chgData name="Tín Lê MKT" userId="68e77276-d07b-41ff-80f1-8ca87a0e901e" providerId="ADAL" clId="{627355A0-4FC7-422E-9B93-C8E18597C1DC}" dt="2022-07-06T04:07:30.747" v="18"/>
            <ac:graphicFrameMkLst>
              <pc:docMk/>
              <pc:sldMasterMk cId="1377184672" sldId="2147484005"/>
              <pc:sldLayoutMk cId="0" sldId="2147484023"/>
              <ac:graphicFrameMk id="13" creationId="{0361666B-FC45-8396-732A-7E087C858C42}"/>
            </ac:graphicFrameMkLst>
          </pc:graphicFrameChg>
          <pc:picChg chg="add mod">
            <ac:chgData name="Tín Lê MKT" userId="68e77276-d07b-41ff-80f1-8ca87a0e901e" providerId="ADAL" clId="{627355A0-4FC7-422E-9B93-C8E18597C1DC}" dt="2022-07-06T04:24:56.895" v="258"/>
            <ac:picMkLst>
              <pc:docMk/>
              <pc:sldMasterMk cId="1377184672" sldId="2147484005"/>
              <pc:sldLayoutMk cId="0" sldId="2147484023"/>
              <ac:picMk id="25" creationId="{380119BC-1EAA-B81C-45ED-9E5B25819530}"/>
            </ac:picMkLst>
          </pc:picChg>
          <pc:cxnChg chg="add mod">
            <ac:chgData name="Tín Lê MKT" userId="68e77276-d07b-41ff-80f1-8ca87a0e901e" providerId="ADAL" clId="{627355A0-4FC7-422E-9B93-C8E18597C1DC}" dt="2022-07-06T04:24:56.895" v="258"/>
            <ac:cxnSpMkLst>
              <pc:docMk/>
              <pc:sldMasterMk cId="1377184672" sldId="2147484005"/>
              <pc:sldLayoutMk cId="0" sldId="2147484023"/>
              <ac:cxnSpMk id="24" creationId="{323EB206-2A6D-FCF9-2F7A-C16A72AEDCF6}"/>
            </ac:cxnSpMkLst>
          </pc:cxnChg>
        </pc:sldLayoutChg>
        <pc:sldLayoutChg chg="del">
          <pc:chgData name="Tín Lê MKT" userId="68e77276-d07b-41ff-80f1-8ca87a0e901e" providerId="ADAL" clId="{627355A0-4FC7-422E-9B93-C8E18597C1DC}" dt="2022-07-06T04:08:19.828" v="49" actId="2696"/>
          <pc:sldLayoutMkLst>
            <pc:docMk/>
            <pc:sldMasterMk cId="1377184672" sldId="2147484005"/>
            <pc:sldLayoutMk cId="1662482726" sldId="2147484024"/>
          </pc:sldLayoutMkLst>
        </pc:sldLayoutChg>
        <pc:sldLayoutChg chg="addSp delSp modSp del mod ord">
          <pc:chgData name="Tín Lê MKT" userId="68e77276-d07b-41ff-80f1-8ca87a0e901e" providerId="ADAL" clId="{627355A0-4FC7-422E-9B93-C8E18597C1DC}" dt="2022-07-06T04:38:40.931" v="423" actId="2696"/>
          <pc:sldLayoutMkLst>
            <pc:docMk/>
            <pc:sldMasterMk cId="1377184672" sldId="2147484005"/>
            <pc:sldLayoutMk cId="1283258907" sldId="2147484025"/>
          </pc:sldLayoutMkLst>
          <pc:spChg chg="del">
            <ac:chgData name="Tín Lê MKT" userId="68e77276-d07b-41ff-80f1-8ca87a0e901e" providerId="ADAL" clId="{627355A0-4FC7-422E-9B93-C8E18597C1DC}" dt="2022-07-06T04:09:53.298" v="65" actId="478"/>
            <ac:spMkLst>
              <pc:docMk/>
              <pc:sldMasterMk cId="1377184672" sldId="2147484005"/>
              <pc:sldLayoutMk cId="1283258907" sldId="2147484025"/>
              <ac:spMk id="3" creationId="{00000000-0000-0000-0000-000000000000}"/>
            </ac:spMkLst>
          </pc:spChg>
          <pc:spChg chg="del">
            <ac:chgData name="Tín Lê MKT" userId="68e77276-d07b-41ff-80f1-8ca87a0e901e" providerId="ADAL" clId="{627355A0-4FC7-422E-9B93-C8E18597C1DC}" dt="2022-07-06T04:09:50.600" v="64"/>
            <ac:spMkLst>
              <pc:docMk/>
              <pc:sldMasterMk cId="1377184672" sldId="2147484005"/>
              <pc:sldLayoutMk cId="1283258907" sldId="2147484025"/>
              <ac:spMk id="5" creationId="{00000000-0000-0000-0000-000000000000}"/>
            </ac:spMkLst>
          </pc:spChg>
          <pc:spChg chg="del">
            <ac:chgData name="Tín Lê MKT" userId="68e77276-d07b-41ff-80f1-8ca87a0e901e" providerId="ADAL" clId="{627355A0-4FC7-422E-9B93-C8E18597C1DC}" dt="2022-07-06T04:09:53.298" v="65" actId="478"/>
            <ac:spMkLst>
              <pc:docMk/>
              <pc:sldMasterMk cId="1377184672" sldId="2147484005"/>
              <pc:sldLayoutMk cId="1283258907" sldId="2147484025"/>
              <ac:spMk id="6" creationId="{00000000-0000-0000-0000-000000000000}"/>
            </ac:spMkLst>
          </pc:spChg>
          <pc:spChg chg="del">
            <ac:chgData name="Tín Lê MKT" userId="68e77276-d07b-41ff-80f1-8ca87a0e901e" providerId="ADAL" clId="{627355A0-4FC7-422E-9B93-C8E18597C1DC}" dt="2022-07-06T04:09:53.298" v="65" actId="478"/>
            <ac:spMkLst>
              <pc:docMk/>
              <pc:sldMasterMk cId="1377184672" sldId="2147484005"/>
              <pc:sldLayoutMk cId="1283258907" sldId="2147484025"/>
              <ac:spMk id="7" creationId="{00000000-0000-0000-0000-000000000000}"/>
            </ac:spMkLst>
          </pc:spChg>
          <pc:spChg chg="del">
            <ac:chgData name="Tín Lê MKT" userId="68e77276-d07b-41ff-80f1-8ca87a0e901e" providerId="ADAL" clId="{627355A0-4FC7-422E-9B93-C8E18597C1DC}" dt="2022-07-06T04:09:53.298" v="65" actId="478"/>
            <ac:spMkLst>
              <pc:docMk/>
              <pc:sldMasterMk cId="1377184672" sldId="2147484005"/>
              <pc:sldLayoutMk cId="1283258907" sldId="2147484025"/>
              <ac:spMk id="8" creationId="{00000000-0000-0000-0000-000000000000}"/>
            </ac:spMkLst>
          </pc:spChg>
          <pc:spChg chg="add mod">
            <ac:chgData name="Tín Lê MKT" userId="68e77276-d07b-41ff-80f1-8ca87a0e901e" providerId="ADAL" clId="{627355A0-4FC7-422E-9B93-C8E18597C1DC}" dt="2022-07-06T04:25:22.387" v="264"/>
            <ac:spMkLst>
              <pc:docMk/>
              <pc:sldMasterMk cId="1377184672" sldId="2147484005"/>
              <pc:sldLayoutMk cId="1283258907" sldId="2147484025"/>
              <ac:spMk id="9" creationId="{A774AD75-8ADF-202F-090F-FBBA3DC1E556}"/>
            </ac:spMkLst>
          </pc:spChg>
          <pc:picChg chg="add mod">
            <ac:chgData name="Tín Lê MKT" userId="68e77276-d07b-41ff-80f1-8ca87a0e901e" providerId="ADAL" clId="{627355A0-4FC7-422E-9B93-C8E18597C1DC}" dt="2022-07-06T04:25:22.387" v="264"/>
            <ac:picMkLst>
              <pc:docMk/>
              <pc:sldMasterMk cId="1377184672" sldId="2147484005"/>
              <pc:sldLayoutMk cId="1283258907" sldId="2147484025"/>
              <ac:picMk id="11" creationId="{ED40AEF9-B615-5B4B-722C-128E612A4617}"/>
            </ac:picMkLst>
          </pc:picChg>
          <pc:cxnChg chg="add mod">
            <ac:chgData name="Tín Lê MKT" userId="68e77276-d07b-41ff-80f1-8ca87a0e901e" providerId="ADAL" clId="{627355A0-4FC7-422E-9B93-C8E18597C1DC}" dt="2022-07-06T04:25:22.387" v="264"/>
            <ac:cxnSpMkLst>
              <pc:docMk/>
              <pc:sldMasterMk cId="1377184672" sldId="2147484005"/>
              <pc:sldLayoutMk cId="1283258907" sldId="2147484025"/>
              <ac:cxnSpMk id="10" creationId="{E5AF6632-262B-8F1A-F733-163F2A7E096A}"/>
            </ac:cxnSpMkLst>
          </pc:cxnChg>
        </pc:sldLayoutChg>
        <pc:sldLayoutChg chg="del">
          <pc:chgData name="Tín Lê MKT" userId="68e77276-d07b-41ff-80f1-8ca87a0e901e" providerId="ADAL" clId="{627355A0-4FC7-422E-9B93-C8E18597C1DC}" dt="2022-07-06T04:08:22.544" v="50" actId="2696"/>
          <pc:sldLayoutMkLst>
            <pc:docMk/>
            <pc:sldMasterMk cId="1377184672" sldId="2147484005"/>
            <pc:sldLayoutMk cId="294139544" sldId="2147484026"/>
          </pc:sldLayoutMkLst>
        </pc:sldLayoutChg>
        <pc:sldLayoutChg chg="del">
          <pc:chgData name="Tín Lê MKT" userId="68e77276-d07b-41ff-80f1-8ca87a0e901e" providerId="ADAL" clId="{627355A0-4FC7-422E-9B93-C8E18597C1DC}" dt="2022-07-06T04:08:22.954" v="51" actId="2696"/>
          <pc:sldLayoutMkLst>
            <pc:docMk/>
            <pc:sldMasterMk cId="1377184672" sldId="2147484005"/>
            <pc:sldLayoutMk cId="1886775157" sldId="2147484027"/>
          </pc:sldLayoutMkLst>
        </pc:sldLayoutChg>
        <pc:sldLayoutChg chg="del">
          <pc:chgData name="Tín Lê MKT" userId="68e77276-d07b-41ff-80f1-8ca87a0e901e" providerId="ADAL" clId="{627355A0-4FC7-422E-9B93-C8E18597C1DC}" dt="2022-07-06T04:08:17.661" v="44" actId="2696"/>
          <pc:sldLayoutMkLst>
            <pc:docMk/>
            <pc:sldMasterMk cId="1377184672" sldId="2147484005"/>
            <pc:sldLayoutMk cId="1468601357" sldId="2147484028"/>
          </pc:sldLayoutMkLst>
        </pc:sldLayoutChg>
        <pc:sldLayoutChg chg="del">
          <pc:chgData name="Tín Lê MKT" userId="68e77276-d07b-41ff-80f1-8ca87a0e901e" providerId="ADAL" clId="{627355A0-4FC7-422E-9B93-C8E18597C1DC}" dt="2022-07-06T04:08:16.560" v="43" actId="2696"/>
          <pc:sldLayoutMkLst>
            <pc:docMk/>
            <pc:sldMasterMk cId="1377184672" sldId="2147484005"/>
            <pc:sldLayoutMk cId="1631235243" sldId="2147484029"/>
          </pc:sldLayoutMkLst>
        </pc:sldLayoutChg>
        <pc:sldLayoutChg chg="addSp delSp modSp del mod ord">
          <pc:chgData name="Tín Lê MKT" userId="68e77276-d07b-41ff-80f1-8ca87a0e901e" providerId="ADAL" clId="{627355A0-4FC7-422E-9B93-C8E18597C1DC}" dt="2022-07-06T04:38:39.610" v="422" actId="2696"/>
          <pc:sldLayoutMkLst>
            <pc:docMk/>
            <pc:sldMasterMk cId="1377184672" sldId="2147484005"/>
            <pc:sldLayoutMk cId="1271806148" sldId="2147484030"/>
          </pc:sldLayoutMkLst>
          <pc:spChg chg="del">
            <ac:chgData name="Tín Lê MKT" userId="68e77276-d07b-41ff-80f1-8ca87a0e901e" providerId="ADAL" clId="{627355A0-4FC7-422E-9B93-C8E18597C1DC}" dt="2022-07-06T04:27:02.078" v="274" actId="478"/>
            <ac:spMkLst>
              <pc:docMk/>
              <pc:sldMasterMk cId="1377184672" sldId="2147484005"/>
              <pc:sldLayoutMk cId="1271806148" sldId="2147484030"/>
              <ac:spMk id="3" creationId="{00000000-0000-0000-0000-000000000000}"/>
            </ac:spMkLst>
          </pc:spChg>
          <pc:spChg chg="add del mod">
            <ac:chgData name="Tín Lê MKT" userId="68e77276-d07b-41ff-80f1-8ca87a0e901e" providerId="ADAL" clId="{627355A0-4FC7-422E-9B93-C8E18597C1DC}" dt="2022-07-06T04:27:00.281" v="273" actId="478"/>
            <ac:spMkLst>
              <pc:docMk/>
              <pc:sldMasterMk cId="1377184672" sldId="2147484005"/>
              <pc:sldLayoutMk cId="1271806148" sldId="2147484030"/>
              <ac:spMk id="6" creationId="{C4024D18-BE4D-462E-98C5-0EECA87284A6}"/>
            </ac:spMkLst>
          </pc:spChg>
          <pc:spChg chg="add mod">
            <ac:chgData name="Tín Lê MKT" userId="68e77276-d07b-41ff-80f1-8ca87a0e901e" providerId="ADAL" clId="{627355A0-4FC7-422E-9B93-C8E18597C1DC}" dt="2022-07-06T04:27:03.149" v="275"/>
            <ac:spMkLst>
              <pc:docMk/>
              <pc:sldMasterMk cId="1377184672" sldId="2147484005"/>
              <pc:sldLayoutMk cId="1271806148" sldId="2147484030"/>
              <ac:spMk id="10" creationId="{953C7673-DAB5-8471-D4DC-5864C199ACBC}"/>
            </ac:spMkLst>
          </pc:spChg>
          <pc:picChg chg="add del mod">
            <ac:chgData name="Tín Lê MKT" userId="68e77276-d07b-41ff-80f1-8ca87a0e901e" providerId="ADAL" clId="{627355A0-4FC7-422E-9B93-C8E18597C1DC}" dt="2022-07-06T04:27:02.078" v="274" actId="478"/>
            <ac:picMkLst>
              <pc:docMk/>
              <pc:sldMasterMk cId="1377184672" sldId="2147484005"/>
              <pc:sldLayoutMk cId="1271806148" sldId="2147484030"/>
              <ac:picMk id="9" creationId="{292A88FC-54B1-A2A7-40CC-02A63B1E7222}"/>
            </ac:picMkLst>
          </pc:picChg>
          <pc:picChg chg="add mod">
            <ac:chgData name="Tín Lê MKT" userId="68e77276-d07b-41ff-80f1-8ca87a0e901e" providerId="ADAL" clId="{627355A0-4FC7-422E-9B93-C8E18597C1DC}" dt="2022-07-06T04:27:03.149" v="275"/>
            <ac:picMkLst>
              <pc:docMk/>
              <pc:sldMasterMk cId="1377184672" sldId="2147484005"/>
              <pc:sldLayoutMk cId="1271806148" sldId="2147484030"/>
              <ac:picMk id="12" creationId="{1D6DBD8E-173F-672D-79CB-93ABCD1102A1}"/>
            </ac:picMkLst>
          </pc:picChg>
          <pc:cxnChg chg="add mod">
            <ac:chgData name="Tín Lê MKT" userId="68e77276-d07b-41ff-80f1-8ca87a0e901e" providerId="ADAL" clId="{627355A0-4FC7-422E-9B93-C8E18597C1DC}" dt="2022-07-06T04:25:24.131" v="265"/>
            <ac:cxnSpMkLst>
              <pc:docMk/>
              <pc:sldMasterMk cId="1377184672" sldId="2147484005"/>
              <pc:sldLayoutMk cId="1271806148" sldId="2147484030"/>
              <ac:cxnSpMk id="8" creationId="{885181F1-AEF8-B223-3606-1B698CF96663}"/>
            </ac:cxnSpMkLst>
          </pc:cxnChg>
          <pc:cxnChg chg="add mod">
            <ac:chgData name="Tín Lê MKT" userId="68e77276-d07b-41ff-80f1-8ca87a0e901e" providerId="ADAL" clId="{627355A0-4FC7-422E-9B93-C8E18597C1DC}" dt="2022-07-06T04:27:03.149" v="275"/>
            <ac:cxnSpMkLst>
              <pc:docMk/>
              <pc:sldMasterMk cId="1377184672" sldId="2147484005"/>
              <pc:sldLayoutMk cId="1271806148" sldId="2147484030"/>
              <ac:cxnSpMk id="11" creationId="{80AD952B-D9C1-6CB5-A4CD-176052C3D30C}"/>
            </ac:cxnSpMkLst>
          </pc:cxnChg>
        </pc:sldLayoutChg>
        <pc:sldLayoutChg chg="del">
          <pc:chgData name="Tín Lê MKT" userId="68e77276-d07b-41ff-80f1-8ca87a0e901e" providerId="ADAL" clId="{627355A0-4FC7-422E-9B93-C8E18597C1DC}" dt="2022-07-06T04:08:14.685" v="42" actId="2696"/>
          <pc:sldLayoutMkLst>
            <pc:docMk/>
            <pc:sldMasterMk cId="1377184672" sldId="2147484005"/>
            <pc:sldLayoutMk cId="2006660904" sldId="2147484031"/>
          </pc:sldLayoutMkLst>
        </pc:sldLayoutChg>
        <pc:sldLayoutChg chg="del">
          <pc:chgData name="Tín Lê MKT" userId="68e77276-d07b-41ff-80f1-8ca87a0e901e" providerId="ADAL" clId="{627355A0-4FC7-422E-9B93-C8E18597C1DC}" dt="2022-07-06T04:08:12.084" v="25" actId="2696"/>
          <pc:sldLayoutMkLst>
            <pc:docMk/>
            <pc:sldMasterMk cId="1377184672" sldId="2147484005"/>
            <pc:sldLayoutMk cId="611979472" sldId="2147484032"/>
          </pc:sldLayoutMkLst>
        </pc:sldLayoutChg>
        <pc:sldLayoutChg chg="del">
          <pc:chgData name="Tín Lê MKT" userId="68e77276-d07b-41ff-80f1-8ca87a0e901e" providerId="ADAL" clId="{627355A0-4FC7-422E-9B93-C8E18597C1DC}" dt="2022-07-06T04:08:12.109" v="27" actId="2696"/>
          <pc:sldLayoutMkLst>
            <pc:docMk/>
            <pc:sldMasterMk cId="1377184672" sldId="2147484005"/>
            <pc:sldLayoutMk cId="2003292331" sldId="2147484033"/>
          </pc:sldLayoutMkLst>
        </pc:sldLayoutChg>
        <pc:sldLayoutChg chg="del">
          <pc:chgData name="Tín Lê MKT" userId="68e77276-d07b-41ff-80f1-8ca87a0e901e" providerId="ADAL" clId="{627355A0-4FC7-422E-9B93-C8E18597C1DC}" dt="2022-07-06T04:08:12.120" v="28" actId="2696"/>
          <pc:sldLayoutMkLst>
            <pc:docMk/>
            <pc:sldMasterMk cId="1377184672" sldId="2147484005"/>
            <pc:sldLayoutMk cId="261088610" sldId="2147484034"/>
          </pc:sldLayoutMkLst>
        </pc:sldLayoutChg>
        <pc:sldLayoutChg chg="del">
          <pc:chgData name="Tín Lê MKT" userId="68e77276-d07b-41ff-80f1-8ca87a0e901e" providerId="ADAL" clId="{627355A0-4FC7-422E-9B93-C8E18597C1DC}" dt="2022-07-06T04:08:00.300" v="20" actId="2696"/>
          <pc:sldLayoutMkLst>
            <pc:docMk/>
            <pc:sldMasterMk cId="1377184672" sldId="2147484005"/>
            <pc:sldLayoutMk cId="0" sldId="2147484035"/>
          </pc:sldLayoutMkLst>
        </pc:sldLayoutChg>
        <pc:sldLayoutChg chg="del">
          <pc:chgData name="Tín Lê MKT" userId="68e77276-d07b-41ff-80f1-8ca87a0e901e" providerId="ADAL" clId="{627355A0-4FC7-422E-9B93-C8E18597C1DC}" dt="2022-07-06T04:08:12.120" v="29" actId="2696"/>
          <pc:sldLayoutMkLst>
            <pc:docMk/>
            <pc:sldMasterMk cId="1377184672" sldId="2147484005"/>
            <pc:sldLayoutMk cId="147643362" sldId="2147484036"/>
          </pc:sldLayoutMkLst>
        </pc:sldLayoutChg>
        <pc:sldLayoutChg chg="del">
          <pc:chgData name="Tín Lê MKT" userId="68e77276-d07b-41ff-80f1-8ca87a0e901e" providerId="ADAL" clId="{627355A0-4FC7-422E-9B93-C8E18597C1DC}" dt="2022-07-06T04:08:12.705" v="30" actId="2696"/>
          <pc:sldLayoutMkLst>
            <pc:docMk/>
            <pc:sldMasterMk cId="1377184672" sldId="2147484005"/>
            <pc:sldLayoutMk cId="392479674" sldId="2147484037"/>
          </pc:sldLayoutMkLst>
        </pc:sldLayoutChg>
        <pc:sldLayoutChg chg="del">
          <pc:chgData name="Tín Lê MKT" userId="68e77276-d07b-41ff-80f1-8ca87a0e901e" providerId="ADAL" clId="{627355A0-4FC7-422E-9B93-C8E18597C1DC}" dt="2022-07-06T04:08:13.036" v="31" actId="2696"/>
          <pc:sldLayoutMkLst>
            <pc:docMk/>
            <pc:sldMasterMk cId="1377184672" sldId="2147484005"/>
            <pc:sldLayoutMk cId="316707432" sldId="2147484038"/>
          </pc:sldLayoutMkLst>
        </pc:sldLayoutChg>
        <pc:sldLayoutChg chg="del">
          <pc:chgData name="Tín Lê MKT" userId="68e77276-d07b-41ff-80f1-8ca87a0e901e" providerId="ADAL" clId="{627355A0-4FC7-422E-9B93-C8E18597C1DC}" dt="2022-07-06T04:08:13.358" v="32" actId="2696"/>
          <pc:sldLayoutMkLst>
            <pc:docMk/>
            <pc:sldMasterMk cId="1377184672" sldId="2147484005"/>
            <pc:sldLayoutMk cId="1383176173" sldId="2147484039"/>
          </pc:sldLayoutMkLst>
        </pc:sldLayoutChg>
        <pc:sldLayoutChg chg="del">
          <pc:chgData name="Tín Lê MKT" userId="68e77276-d07b-41ff-80f1-8ca87a0e901e" providerId="ADAL" clId="{627355A0-4FC7-422E-9B93-C8E18597C1DC}" dt="2022-07-06T04:08:13.778" v="33" actId="2696"/>
          <pc:sldLayoutMkLst>
            <pc:docMk/>
            <pc:sldMasterMk cId="1377184672" sldId="2147484005"/>
            <pc:sldLayoutMk cId="1123987380" sldId="2147484040"/>
          </pc:sldLayoutMkLst>
        </pc:sldLayoutChg>
        <pc:sldLayoutChg chg="del">
          <pc:chgData name="Tín Lê MKT" userId="68e77276-d07b-41ff-80f1-8ca87a0e901e" providerId="ADAL" clId="{627355A0-4FC7-422E-9B93-C8E18597C1DC}" dt="2022-07-06T04:08:14.474" v="35" actId="2696"/>
          <pc:sldLayoutMkLst>
            <pc:docMk/>
            <pc:sldMasterMk cId="1377184672" sldId="2147484005"/>
            <pc:sldLayoutMk cId="1712818521" sldId="2147484041"/>
          </pc:sldLayoutMkLst>
        </pc:sldLayoutChg>
        <pc:sldLayoutChg chg="del">
          <pc:chgData name="Tín Lê MKT" userId="68e77276-d07b-41ff-80f1-8ca87a0e901e" providerId="ADAL" clId="{627355A0-4FC7-422E-9B93-C8E18597C1DC}" dt="2022-07-06T04:08:14.528" v="37" actId="2696"/>
          <pc:sldLayoutMkLst>
            <pc:docMk/>
            <pc:sldMasterMk cId="1377184672" sldId="2147484005"/>
            <pc:sldLayoutMk cId="1432812761" sldId="2147484042"/>
          </pc:sldLayoutMkLst>
        </pc:sldLayoutChg>
        <pc:sldLayoutChg chg="del">
          <pc:chgData name="Tín Lê MKT" userId="68e77276-d07b-41ff-80f1-8ca87a0e901e" providerId="ADAL" clId="{627355A0-4FC7-422E-9B93-C8E18597C1DC}" dt="2022-07-06T04:08:02.618" v="22" actId="2696"/>
          <pc:sldLayoutMkLst>
            <pc:docMk/>
            <pc:sldMasterMk cId="1377184672" sldId="2147484005"/>
            <pc:sldLayoutMk cId="0" sldId="2147484043"/>
          </pc:sldLayoutMkLst>
        </pc:sldLayoutChg>
        <pc:sldLayoutChg chg="del">
          <pc:chgData name="Tín Lê MKT" userId="68e77276-d07b-41ff-80f1-8ca87a0e901e" providerId="ADAL" clId="{627355A0-4FC7-422E-9B93-C8E18597C1DC}" dt="2022-07-06T04:08:14.501" v="36" actId="2696"/>
          <pc:sldLayoutMkLst>
            <pc:docMk/>
            <pc:sldMasterMk cId="1377184672" sldId="2147484005"/>
            <pc:sldLayoutMk cId="0" sldId="2147484044"/>
          </pc:sldLayoutMkLst>
        </pc:sldLayoutChg>
        <pc:sldLayoutChg chg="del">
          <pc:chgData name="Tín Lê MKT" userId="68e77276-d07b-41ff-80f1-8ca87a0e901e" providerId="ADAL" clId="{627355A0-4FC7-422E-9B93-C8E18597C1DC}" dt="2022-07-06T04:08:14.560" v="38" actId="2696"/>
          <pc:sldLayoutMkLst>
            <pc:docMk/>
            <pc:sldMasterMk cId="1377184672" sldId="2147484005"/>
            <pc:sldLayoutMk cId="1653547189" sldId="2147484045"/>
          </pc:sldLayoutMkLst>
        </pc:sldLayoutChg>
        <pc:sldLayoutChg chg="del">
          <pc:chgData name="Tín Lê MKT" userId="68e77276-d07b-41ff-80f1-8ca87a0e901e" providerId="ADAL" clId="{627355A0-4FC7-422E-9B93-C8E18597C1DC}" dt="2022-07-06T04:08:14.592" v="39" actId="2696"/>
          <pc:sldLayoutMkLst>
            <pc:docMk/>
            <pc:sldMasterMk cId="1377184672" sldId="2147484005"/>
            <pc:sldLayoutMk cId="2060350503" sldId="2147484046"/>
          </pc:sldLayoutMkLst>
        </pc:sldLayoutChg>
        <pc:sldLayoutChg chg="del">
          <pc:chgData name="Tín Lê MKT" userId="68e77276-d07b-41ff-80f1-8ca87a0e901e" providerId="ADAL" clId="{627355A0-4FC7-422E-9B93-C8E18597C1DC}" dt="2022-07-06T04:08:12.077" v="24" actId="2696"/>
          <pc:sldLayoutMkLst>
            <pc:docMk/>
            <pc:sldMasterMk cId="1377184672" sldId="2147484005"/>
            <pc:sldLayoutMk cId="0" sldId="2147484047"/>
          </pc:sldLayoutMkLst>
        </pc:sldLayoutChg>
        <pc:sldLayoutChg chg="del">
          <pc:chgData name="Tín Lê MKT" userId="68e77276-d07b-41ff-80f1-8ca87a0e901e" providerId="ADAL" clId="{627355A0-4FC7-422E-9B93-C8E18597C1DC}" dt="2022-07-06T04:08:12.094" v="26" actId="2696"/>
          <pc:sldLayoutMkLst>
            <pc:docMk/>
            <pc:sldMasterMk cId="1377184672" sldId="2147484005"/>
            <pc:sldLayoutMk cId="0" sldId="2147484048"/>
          </pc:sldLayoutMkLst>
        </pc:sldLayoutChg>
        <pc:sldLayoutChg chg="del">
          <pc:chgData name="Tín Lê MKT" userId="68e77276-d07b-41ff-80f1-8ca87a0e901e" providerId="ADAL" clId="{627355A0-4FC7-422E-9B93-C8E18597C1DC}" dt="2022-07-06T04:08:14.623" v="40" actId="2696"/>
          <pc:sldLayoutMkLst>
            <pc:docMk/>
            <pc:sldMasterMk cId="1377184672" sldId="2147484005"/>
            <pc:sldLayoutMk cId="0" sldId="2147484049"/>
          </pc:sldLayoutMkLst>
        </pc:sldLayoutChg>
        <pc:sldLayoutChg chg="del">
          <pc:chgData name="Tín Lê MKT" userId="68e77276-d07b-41ff-80f1-8ca87a0e901e" providerId="ADAL" clId="{627355A0-4FC7-422E-9B93-C8E18597C1DC}" dt="2022-07-06T04:08:14.654" v="41" actId="2696"/>
          <pc:sldLayoutMkLst>
            <pc:docMk/>
            <pc:sldMasterMk cId="1377184672" sldId="2147484005"/>
            <pc:sldLayoutMk cId="0" sldId="2147484050"/>
          </pc:sldLayoutMkLst>
        </pc:sldLayoutChg>
        <pc:sldLayoutChg chg="del">
          <pc:chgData name="Tín Lê MKT" userId="68e77276-d07b-41ff-80f1-8ca87a0e901e" providerId="ADAL" clId="{627355A0-4FC7-422E-9B93-C8E18597C1DC}" dt="2022-07-06T04:08:13.950" v="34" actId="2696"/>
          <pc:sldLayoutMkLst>
            <pc:docMk/>
            <pc:sldMasterMk cId="1377184672" sldId="2147484005"/>
            <pc:sldLayoutMk cId="0" sldId="2147484051"/>
          </pc:sldLayoutMkLst>
        </pc:sldLayoutChg>
        <pc:sldLayoutChg chg="del">
          <pc:chgData name="Tín Lê MKT" userId="68e77276-d07b-41ff-80f1-8ca87a0e901e" providerId="ADAL" clId="{627355A0-4FC7-422E-9B93-C8E18597C1DC}" dt="2022-07-06T04:08:28.539" v="52" actId="2696"/>
          <pc:sldLayoutMkLst>
            <pc:docMk/>
            <pc:sldMasterMk cId="1377184672" sldId="2147484005"/>
            <pc:sldLayoutMk cId="0" sldId="2147484052"/>
          </pc:sldLayoutMkLst>
        </pc:sldLayoutChg>
        <pc:sldLayoutChg chg="del">
          <pc:chgData name="Tín Lê MKT" userId="68e77276-d07b-41ff-80f1-8ca87a0e901e" providerId="ADAL" clId="{627355A0-4FC7-422E-9B93-C8E18597C1DC}" dt="2022-07-06T04:08:28.844" v="53" actId="2696"/>
          <pc:sldLayoutMkLst>
            <pc:docMk/>
            <pc:sldMasterMk cId="1377184672" sldId="2147484005"/>
            <pc:sldLayoutMk cId="0" sldId="2147484053"/>
          </pc:sldLayoutMkLst>
        </pc:sldLayoutChg>
        <pc:sldLayoutChg chg="del">
          <pc:chgData name="Tín Lê MKT" userId="68e77276-d07b-41ff-80f1-8ca87a0e901e" providerId="ADAL" clId="{627355A0-4FC7-422E-9B93-C8E18597C1DC}" dt="2022-07-06T04:08:29.089" v="54" actId="2696"/>
          <pc:sldLayoutMkLst>
            <pc:docMk/>
            <pc:sldMasterMk cId="1377184672" sldId="2147484005"/>
            <pc:sldLayoutMk cId="0" sldId="2147484054"/>
          </pc:sldLayoutMkLst>
        </pc:sldLayoutChg>
        <pc:sldLayoutChg chg="addSp delSp modSp new del mod ord modAnim">
          <pc:chgData name="Tín Lê MKT" userId="68e77276-d07b-41ff-80f1-8ca87a0e901e" providerId="ADAL" clId="{627355A0-4FC7-422E-9B93-C8E18597C1DC}" dt="2022-07-06T04:38:37.865" v="421" actId="2696"/>
          <pc:sldLayoutMkLst>
            <pc:docMk/>
            <pc:sldMasterMk cId="1377184672" sldId="2147484005"/>
            <pc:sldLayoutMk cId="3404555421" sldId="2147484055"/>
          </pc:sldLayoutMkLst>
          <pc:spChg chg="del">
            <ac:chgData name="Tín Lê MKT" userId="68e77276-d07b-41ff-80f1-8ca87a0e901e" providerId="ADAL" clId="{627355A0-4FC7-422E-9B93-C8E18597C1DC}" dt="2022-07-06T04:09:15.786" v="59" actId="478"/>
            <ac:spMkLst>
              <pc:docMk/>
              <pc:sldMasterMk cId="1377184672" sldId="2147484005"/>
              <pc:sldLayoutMk cId="3404555421" sldId="2147484055"/>
              <ac:spMk id="2" creationId="{7FDDC84C-F19E-B380-2954-A9BFF25A04DA}"/>
            </ac:spMkLst>
          </pc:spChg>
          <pc:spChg chg="add del mod">
            <ac:chgData name="Tín Lê MKT" userId="68e77276-d07b-41ff-80f1-8ca87a0e901e" providerId="ADAL" clId="{627355A0-4FC7-422E-9B93-C8E18597C1DC}" dt="2022-07-06T04:28:52.923" v="284"/>
            <ac:spMkLst>
              <pc:docMk/>
              <pc:sldMasterMk cId="1377184672" sldId="2147484005"/>
              <pc:sldLayoutMk cId="3404555421" sldId="2147484055"/>
              <ac:spMk id="4" creationId="{70A07DF1-E0E8-7794-68FE-E4F334C393A1}"/>
            </ac:spMkLst>
          </pc:spChg>
          <pc:spChg chg="add mod">
            <ac:chgData name="Tín Lê MKT" userId="68e77276-d07b-41ff-80f1-8ca87a0e901e" providerId="ADAL" clId="{627355A0-4FC7-422E-9B93-C8E18597C1DC}" dt="2022-07-06T04:24:59.910" v="259"/>
            <ac:spMkLst>
              <pc:docMk/>
              <pc:sldMasterMk cId="1377184672" sldId="2147484005"/>
              <pc:sldLayoutMk cId="3404555421" sldId="2147484055"/>
              <ac:spMk id="7" creationId="{9C507C09-E1C3-690A-53D1-DB38CA0CE90F}"/>
            </ac:spMkLst>
          </pc:spChg>
          <pc:spChg chg="add mod">
            <ac:chgData name="Tín Lê MKT" userId="68e77276-d07b-41ff-80f1-8ca87a0e901e" providerId="ADAL" clId="{627355A0-4FC7-422E-9B93-C8E18597C1DC}" dt="2022-07-06T04:28:53.612" v="285"/>
            <ac:spMkLst>
              <pc:docMk/>
              <pc:sldMasterMk cId="1377184672" sldId="2147484005"/>
              <pc:sldLayoutMk cId="3404555421" sldId="2147484055"/>
              <ac:spMk id="10" creationId="{61093412-8BC9-81A9-C818-9B35535F8F10}"/>
            </ac:spMkLst>
          </pc:spChg>
          <pc:graphicFrameChg chg="add mod">
            <ac:chgData name="Tín Lê MKT" userId="68e77276-d07b-41ff-80f1-8ca87a0e901e" providerId="ADAL" clId="{627355A0-4FC7-422E-9B93-C8E18597C1DC}" dt="2022-07-06T04:15:42.230" v="109" actId="2711"/>
            <ac:graphicFrameMkLst>
              <pc:docMk/>
              <pc:sldMasterMk cId="1377184672" sldId="2147484005"/>
              <pc:sldLayoutMk cId="3404555421" sldId="2147484055"/>
              <ac:graphicFrameMk id="3" creationId="{50FA8D32-5B4D-0F5C-DE00-31B228A6008C}"/>
            </ac:graphicFrameMkLst>
          </pc:graphicFrameChg>
          <pc:graphicFrameChg chg="add mod">
            <ac:chgData name="Tín Lê MKT" userId="68e77276-d07b-41ff-80f1-8ca87a0e901e" providerId="ADAL" clId="{627355A0-4FC7-422E-9B93-C8E18597C1DC}" dt="2022-07-06T04:15:45.817" v="110" actId="2711"/>
            <ac:graphicFrameMkLst>
              <pc:docMk/>
              <pc:sldMasterMk cId="1377184672" sldId="2147484005"/>
              <pc:sldLayoutMk cId="3404555421" sldId="2147484055"/>
              <ac:graphicFrameMk id="5" creationId="{2ED3E5BA-72F4-E7EB-7ED6-D1776FCF0528}"/>
            </ac:graphicFrameMkLst>
          </pc:graphicFrameChg>
          <pc:graphicFrameChg chg="add mod">
            <ac:chgData name="Tín Lê MKT" userId="68e77276-d07b-41ff-80f1-8ca87a0e901e" providerId="ADAL" clId="{627355A0-4FC7-422E-9B93-C8E18597C1DC}" dt="2022-07-06T04:15:37.829" v="108" actId="2711"/>
            <ac:graphicFrameMkLst>
              <pc:docMk/>
              <pc:sldMasterMk cId="1377184672" sldId="2147484005"/>
              <pc:sldLayoutMk cId="3404555421" sldId="2147484055"/>
              <ac:graphicFrameMk id="6" creationId="{0157106F-7376-A628-FD49-3688A85283B9}"/>
            </ac:graphicFrameMkLst>
          </pc:graphicFrameChg>
          <pc:picChg chg="add mod">
            <ac:chgData name="Tín Lê MKT" userId="68e77276-d07b-41ff-80f1-8ca87a0e901e" providerId="ADAL" clId="{627355A0-4FC7-422E-9B93-C8E18597C1DC}" dt="2022-07-06T04:24:59.910" v="259"/>
            <ac:picMkLst>
              <pc:docMk/>
              <pc:sldMasterMk cId="1377184672" sldId="2147484005"/>
              <pc:sldLayoutMk cId="3404555421" sldId="2147484055"/>
              <ac:picMk id="9" creationId="{D9CE39DA-7849-D69B-52E7-D3A6AE6122FB}"/>
            </ac:picMkLst>
          </pc:picChg>
          <pc:cxnChg chg="add mod">
            <ac:chgData name="Tín Lê MKT" userId="68e77276-d07b-41ff-80f1-8ca87a0e901e" providerId="ADAL" clId="{627355A0-4FC7-422E-9B93-C8E18597C1DC}" dt="2022-07-06T04:24:59.910" v="259"/>
            <ac:cxnSpMkLst>
              <pc:docMk/>
              <pc:sldMasterMk cId="1377184672" sldId="2147484005"/>
              <pc:sldLayoutMk cId="3404555421" sldId="2147484055"/>
              <ac:cxnSpMk id="8" creationId="{DE0EB9AE-5A48-7C5B-166D-109F23D67FF9}"/>
            </ac:cxnSpMkLst>
          </pc:cxnChg>
        </pc:sldLayoutChg>
        <pc:sldLayoutChg chg="addSp delSp modSp new mod">
          <pc:chgData name="Tín Lê MKT" userId="68e77276-d07b-41ff-80f1-8ca87a0e901e" providerId="ADAL" clId="{627355A0-4FC7-422E-9B93-C8E18597C1DC}" dt="2022-07-06T04:39:21.422" v="426" actId="122"/>
          <pc:sldLayoutMkLst>
            <pc:docMk/>
            <pc:sldMasterMk cId="1377184672" sldId="2147484005"/>
            <pc:sldLayoutMk cId="334690813" sldId="2147484056"/>
          </pc:sldLayoutMkLst>
          <pc:spChg chg="del">
            <ac:chgData name="Tín Lê MKT" userId="68e77276-d07b-41ff-80f1-8ca87a0e901e" providerId="ADAL" clId="{627355A0-4FC7-422E-9B93-C8E18597C1DC}" dt="2022-07-06T04:28:27.982" v="279" actId="478"/>
            <ac:spMkLst>
              <pc:docMk/>
              <pc:sldMasterMk cId="1377184672" sldId="2147484005"/>
              <pc:sldLayoutMk cId="334690813" sldId="2147484056"/>
              <ac:spMk id="2" creationId="{F465EAD0-9395-8964-444C-5CA420EFA536}"/>
            </ac:spMkLst>
          </pc:spChg>
          <pc:spChg chg="add mod">
            <ac:chgData name="Tín Lê MKT" userId="68e77276-d07b-41ff-80f1-8ca87a0e901e" providerId="ADAL" clId="{627355A0-4FC7-422E-9B93-C8E18597C1DC}" dt="2022-07-06T04:28:29.018" v="280"/>
            <ac:spMkLst>
              <pc:docMk/>
              <pc:sldMasterMk cId="1377184672" sldId="2147484005"/>
              <pc:sldLayoutMk cId="334690813" sldId="2147484056"/>
              <ac:spMk id="4" creationId="{DBBE4649-EDFE-ACFA-2C0A-913FBE76EE23}"/>
            </ac:spMkLst>
          </pc:spChg>
          <pc:spChg chg="add mod">
            <ac:chgData name="Tín Lê MKT" userId="68e77276-d07b-41ff-80f1-8ca87a0e901e" providerId="ADAL" clId="{627355A0-4FC7-422E-9B93-C8E18597C1DC}" dt="2022-07-06T04:28:29.018" v="280"/>
            <ac:spMkLst>
              <pc:docMk/>
              <pc:sldMasterMk cId="1377184672" sldId="2147484005"/>
              <pc:sldLayoutMk cId="334690813" sldId="2147484056"/>
              <ac:spMk id="6" creationId="{F078163A-972F-CFBE-D01E-60FDDE9355C6}"/>
            </ac:spMkLst>
          </pc:spChg>
          <pc:spChg chg="add mod">
            <ac:chgData name="Tín Lê MKT" userId="68e77276-d07b-41ff-80f1-8ca87a0e901e" providerId="ADAL" clId="{627355A0-4FC7-422E-9B93-C8E18597C1DC}" dt="2022-07-06T04:28:29.018" v="280"/>
            <ac:spMkLst>
              <pc:docMk/>
              <pc:sldMasterMk cId="1377184672" sldId="2147484005"/>
              <pc:sldLayoutMk cId="334690813" sldId="2147484056"/>
              <ac:spMk id="8" creationId="{252C5E80-F956-B72A-1EDA-6010B1622EC2}"/>
            </ac:spMkLst>
          </pc:spChg>
          <pc:spChg chg="add mod">
            <ac:chgData name="Tín Lê MKT" userId="68e77276-d07b-41ff-80f1-8ca87a0e901e" providerId="ADAL" clId="{627355A0-4FC7-422E-9B93-C8E18597C1DC}" dt="2022-07-06T04:28:29.018" v="280"/>
            <ac:spMkLst>
              <pc:docMk/>
              <pc:sldMasterMk cId="1377184672" sldId="2147484005"/>
              <pc:sldLayoutMk cId="334690813" sldId="2147484056"/>
              <ac:spMk id="10" creationId="{A4B502A5-E4DA-BF7B-191B-626F73797AC6}"/>
            </ac:spMkLst>
          </pc:spChg>
          <pc:spChg chg="add mod">
            <ac:chgData name="Tín Lê MKT" userId="68e77276-d07b-41ff-80f1-8ca87a0e901e" providerId="ADAL" clId="{627355A0-4FC7-422E-9B93-C8E18597C1DC}" dt="2022-07-06T04:28:29.018" v="280"/>
            <ac:spMkLst>
              <pc:docMk/>
              <pc:sldMasterMk cId="1377184672" sldId="2147484005"/>
              <pc:sldLayoutMk cId="334690813" sldId="2147484056"/>
              <ac:spMk id="12" creationId="{13B892ED-89E8-39F2-A55D-B65E61713AF2}"/>
            </ac:spMkLst>
          </pc:spChg>
          <pc:spChg chg="add mod">
            <ac:chgData name="Tín Lê MKT" userId="68e77276-d07b-41ff-80f1-8ca87a0e901e" providerId="ADAL" clId="{627355A0-4FC7-422E-9B93-C8E18597C1DC}" dt="2022-07-06T04:39:21.422" v="426" actId="122"/>
            <ac:spMkLst>
              <pc:docMk/>
              <pc:sldMasterMk cId="1377184672" sldId="2147484005"/>
              <pc:sldLayoutMk cId="334690813" sldId="2147484056"/>
              <ac:spMk id="13" creationId="{8E84C794-1F55-4E44-D925-8CD29B49AA63}"/>
            </ac:spMkLst>
          </pc:spChg>
          <pc:spChg chg="add mod">
            <ac:chgData name="Tín Lê MKT" userId="68e77276-d07b-41ff-80f1-8ca87a0e901e" providerId="ADAL" clId="{627355A0-4FC7-422E-9B93-C8E18597C1DC}" dt="2022-07-06T04:39:21.422" v="426" actId="122"/>
            <ac:spMkLst>
              <pc:docMk/>
              <pc:sldMasterMk cId="1377184672" sldId="2147484005"/>
              <pc:sldLayoutMk cId="334690813" sldId="2147484056"/>
              <ac:spMk id="14" creationId="{4925A914-D682-59F7-A6E4-9232E896E662}"/>
            </ac:spMkLst>
          </pc:spChg>
          <pc:spChg chg="add mod">
            <ac:chgData name="Tín Lê MKT" userId="68e77276-d07b-41ff-80f1-8ca87a0e901e" providerId="ADAL" clId="{627355A0-4FC7-422E-9B93-C8E18597C1DC}" dt="2022-07-06T04:39:21.422" v="426" actId="122"/>
            <ac:spMkLst>
              <pc:docMk/>
              <pc:sldMasterMk cId="1377184672" sldId="2147484005"/>
              <pc:sldLayoutMk cId="334690813" sldId="2147484056"/>
              <ac:spMk id="15" creationId="{B4DE833F-79F4-D188-F258-BCF1EC7786C3}"/>
            </ac:spMkLst>
          </pc:spChg>
          <pc:spChg chg="add mod">
            <ac:chgData name="Tín Lê MKT" userId="68e77276-d07b-41ff-80f1-8ca87a0e901e" providerId="ADAL" clId="{627355A0-4FC7-422E-9B93-C8E18597C1DC}" dt="2022-07-06T04:39:21.422" v="426" actId="122"/>
            <ac:spMkLst>
              <pc:docMk/>
              <pc:sldMasterMk cId="1377184672" sldId="2147484005"/>
              <pc:sldLayoutMk cId="334690813" sldId="2147484056"/>
              <ac:spMk id="16" creationId="{734BEA4A-555B-2868-80D5-274BFCDD3ABF}"/>
            </ac:spMkLst>
          </pc:spChg>
          <pc:spChg chg="add mod">
            <ac:chgData name="Tín Lê MKT" userId="68e77276-d07b-41ff-80f1-8ca87a0e901e" providerId="ADAL" clId="{627355A0-4FC7-422E-9B93-C8E18597C1DC}" dt="2022-07-06T04:39:21.422" v="426" actId="122"/>
            <ac:spMkLst>
              <pc:docMk/>
              <pc:sldMasterMk cId="1377184672" sldId="2147484005"/>
              <pc:sldLayoutMk cId="334690813" sldId="2147484056"/>
              <ac:spMk id="17" creationId="{4F04C6EF-C86C-9B59-1299-DB87E5D1165B}"/>
            </ac:spMkLst>
          </pc:spChg>
          <pc:spChg chg="add mod">
            <ac:chgData name="Tín Lê MKT" userId="68e77276-d07b-41ff-80f1-8ca87a0e901e" providerId="ADAL" clId="{627355A0-4FC7-422E-9B93-C8E18597C1DC}" dt="2022-07-06T04:39:21.422" v="426" actId="122"/>
            <ac:spMkLst>
              <pc:docMk/>
              <pc:sldMasterMk cId="1377184672" sldId="2147484005"/>
              <pc:sldLayoutMk cId="334690813" sldId="2147484056"/>
              <ac:spMk id="18" creationId="{4C6110CB-0B39-66B1-9309-712AB2F3AB70}"/>
            </ac:spMkLst>
          </pc:spChg>
          <pc:spChg chg="add mod">
            <ac:chgData name="Tín Lê MKT" userId="68e77276-d07b-41ff-80f1-8ca87a0e901e" providerId="ADAL" clId="{627355A0-4FC7-422E-9B93-C8E18597C1DC}" dt="2022-07-06T04:39:21.422" v="426" actId="122"/>
            <ac:spMkLst>
              <pc:docMk/>
              <pc:sldMasterMk cId="1377184672" sldId="2147484005"/>
              <pc:sldLayoutMk cId="334690813" sldId="2147484056"/>
              <ac:spMk id="19" creationId="{59966D1E-301E-B483-5DED-B09EC8345D1B}"/>
            </ac:spMkLst>
          </pc:spChg>
          <pc:spChg chg="add mod">
            <ac:chgData name="Tín Lê MKT" userId="68e77276-d07b-41ff-80f1-8ca87a0e901e" providerId="ADAL" clId="{627355A0-4FC7-422E-9B93-C8E18597C1DC}" dt="2022-07-06T04:39:21.422" v="426" actId="122"/>
            <ac:spMkLst>
              <pc:docMk/>
              <pc:sldMasterMk cId="1377184672" sldId="2147484005"/>
              <pc:sldLayoutMk cId="334690813" sldId="2147484056"/>
              <ac:spMk id="20" creationId="{8EBB6813-12CE-69CE-4F87-C1DDB4B83BC9}"/>
            </ac:spMkLst>
          </pc:spChg>
          <pc:spChg chg="add del mod">
            <ac:chgData name="Tín Lê MKT" userId="68e77276-d07b-41ff-80f1-8ca87a0e901e" providerId="ADAL" clId="{627355A0-4FC7-422E-9B93-C8E18597C1DC}" dt="2022-07-06T04:37:18.280" v="415"/>
            <ac:spMkLst>
              <pc:docMk/>
              <pc:sldMasterMk cId="1377184672" sldId="2147484005"/>
              <pc:sldLayoutMk cId="334690813" sldId="2147484056"/>
              <ac:spMk id="21" creationId="{3089A626-9C1A-3ADD-E48E-21FFE372FF7B}"/>
            </ac:spMkLst>
          </pc:spChg>
          <pc:spChg chg="add del mod">
            <ac:chgData name="Tín Lê MKT" userId="68e77276-d07b-41ff-80f1-8ca87a0e901e" providerId="ADAL" clId="{627355A0-4FC7-422E-9B93-C8E18597C1DC}" dt="2022-07-06T04:37:18.280" v="415"/>
            <ac:spMkLst>
              <pc:docMk/>
              <pc:sldMasterMk cId="1377184672" sldId="2147484005"/>
              <pc:sldLayoutMk cId="334690813" sldId="2147484056"/>
              <ac:spMk id="22" creationId="{389595CB-DFFD-7EC8-6D51-C7523EABE098}"/>
            </ac:spMkLst>
          </pc:spChg>
          <pc:spChg chg="add del mod">
            <ac:chgData name="Tín Lê MKT" userId="68e77276-d07b-41ff-80f1-8ca87a0e901e" providerId="ADAL" clId="{627355A0-4FC7-422E-9B93-C8E18597C1DC}" dt="2022-07-06T04:37:18.280" v="415"/>
            <ac:spMkLst>
              <pc:docMk/>
              <pc:sldMasterMk cId="1377184672" sldId="2147484005"/>
              <pc:sldLayoutMk cId="334690813" sldId="2147484056"/>
              <ac:spMk id="23" creationId="{8EADD4E7-7F9F-79B4-9659-F2D13B988FA4}"/>
            </ac:spMkLst>
          </pc:spChg>
          <pc:spChg chg="add del mod">
            <ac:chgData name="Tín Lê MKT" userId="68e77276-d07b-41ff-80f1-8ca87a0e901e" providerId="ADAL" clId="{627355A0-4FC7-422E-9B93-C8E18597C1DC}" dt="2022-07-06T04:37:18.280" v="415"/>
            <ac:spMkLst>
              <pc:docMk/>
              <pc:sldMasterMk cId="1377184672" sldId="2147484005"/>
              <pc:sldLayoutMk cId="334690813" sldId="2147484056"/>
              <ac:spMk id="24" creationId="{333FA6C0-3A6B-67E4-78F0-B2C5086ADF7C}"/>
            </ac:spMkLst>
          </pc:spChg>
          <pc:spChg chg="add del mod">
            <ac:chgData name="Tín Lê MKT" userId="68e77276-d07b-41ff-80f1-8ca87a0e901e" providerId="ADAL" clId="{627355A0-4FC7-422E-9B93-C8E18597C1DC}" dt="2022-07-06T04:37:18.280" v="415"/>
            <ac:spMkLst>
              <pc:docMk/>
              <pc:sldMasterMk cId="1377184672" sldId="2147484005"/>
              <pc:sldLayoutMk cId="334690813" sldId="2147484056"/>
              <ac:spMk id="25" creationId="{D6712D07-4C97-7094-4005-D557BADFE14C}"/>
            </ac:spMkLst>
          </pc:spChg>
          <pc:spChg chg="add del mod">
            <ac:chgData name="Tín Lê MKT" userId="68e77276-d07b-41ff-80f1-8ca87a0e901e" providerId="ADAL" clId="{627355A0-4FC7-422E-9B93-C8E18597C1DC}" dt="2022-07-06T04:37:18.280" v="415"/>
            <ac:spMkLst>
              <pc:docMk/>
              <pc:sldMasterMk cId="1377184672" sldId="2147484005"/>
              <pc:sldLayoutMk cId="334690813" sldId="2147484056"/>
              <ac:spMk id="26" creationId="{8A4BEDBD-C8A1-6B48-85DA-7AA84AC5E05F}"/>
            </ac:spMkLst>
          </pc:spChg>
          <pc:spChg chg="add del mod">
            <ac:chgData name="Tín Lê MKT" userId="68e77276-d07b-41ff-80f1-8ca87a0e901e" providerId="ADAL" clId="{627355A0-4FC7-422E-9B93-C8E18597C1DC}" dt="2022-07-06T04:37:18.280" v="415"/>
            <ac:spMkLst>
              <pc:docMk/>
              <pc:sldMasterMk cId="1377184672" sldId="2147484005"/>
              <pc:sldLayoutMk cId="334690813" sldId="2147484056"/>
              <ac:spMk id="27" creationId="{D21FC18E-C645-6153-E785-B44C24B83567}"/>
            </ac:spMkLst>
          </pc:spChg>
          <pc:spChg chg="add del mod">
            <ac:chgData name="Tín Lê MKT" userId="68e77276-d07b-41ff-80f1-8ca87a0e901e" providerId="ADAL" clId="{627355A0-4FC7-422E-9B93-C8E18597C1DC}" dt="2022-07-06T04:37:18.280" v="415"/>
            <ac:spMkLst>
              <pc:docMk/>
              <pc:sldMasterMk cId="1377184672" sldId="2147484005"/>
              <pc:sldLayoutMk cId="334690813" sldId="2147484056"/>
              <ac:spMk id="28" creationId="{F616C105-7C87-0798-8135-FCC66D23B617}"/>
            </ac:spMkLst>
          </pc:spChg>
          <pc:spChg chg="add del">
            <ac:chgData name="Tín Lê MKT" userId="68e77276-d07b-41ff-80f1-8ca87a0e901e" providerId="ADAL" clId="{627355A0-4FC7-422E-9B93-C8E18597C1DC}" dt="2022-07-06T04:37:58.978" v="417" actId="11529"/>
            <ac:spMkLst>
              <pc:docMk/>
              <pc:sldMasterMk cId="1377184672" sldId="2147484005"/>
              <pc:sldLayoutMk cId="334690813" sldId="2147484056"/>
              <ac:spMk id="29" creationId="{8E055A91-A2BF-DF26-EBB5-E15D4F1002AE}"/>
            </ac:spMkLst>
          </pc:spChg>
          <pc:spChg chg="add del mod">
            <ac:chgData name="Tín Lê MKT" userId="68e77276-d07b-41ff-80f1-8ca87a0e901e" providerId="ADAL" clId="{627355A0-4FC7-422E-9B93-C8E18597C1DC}" dt="2022-07-06T04:38:05.916" v="419" actId="478"/>
            <ac:spMkLst>
              <pc:docMk/>
              <pc:sldMasterMk cId="1377184672" sldId="2147484005"/>
              <pc:sldLayoutMk cId="334690813" sldId="2147484056"/>
              <ac:spMk id="30" creationId="{270D6724-08FB-71BD-1B7C-93F907475184}"/>
            </ac:spMkLst>
          </pc:spChg>
          <pc:graphicFrameChg chg="add mod">
            <ac:chgData name="Tín Lê MKT" userId="68e77276-d07b-41ff-80f1-8ca87a0e901e" providerId="ADAL" clId="{627355A0-4FC7-422E-9B93-C8E18597C1DC}" dt="2022-07-06T04:28:29.018" v="280"/>
            <ac:graphicFrameMkLst>
              <pc:docMk/>
              <pc:sldMasterMk cId="1377184672" sldId="2147484005"/>
              <pc:sldLayoutMk cId="334690813" sldId="2147484056"/>
              <ac:graphicFrameMk id="5" creationId="{403EF9E2-649D-FE0C-95AF-EA8B24E19F16}"/>
            </ac:graphicFrameMkLst>
          </pc:graphicFrameChg>
          <pc:graphicFrameChg chg="add mod">
            <ac:chgData name="Tín Lê MKT" userId="68e77276-d07b-41ff-80f1-8ca87a0e901e" providerId="ADAL" clId="{627355A0-4FC7-422E-9B93-C8E18597C1DC}" dt="2022-07-06T04:28:29.018" v="280"/>
            <ac:graphicFrameMkLst>
              <pc:docMk/>
              <pc:sldMasterMk cId="1377184672" sldId="2147484005"/>
              <pc:sldLayoutMk cId="334690813" sldId="2147484056"/>
              <ac:graphicFrameMk id="7" creationId="{0D9C0C2D-D4D0-5D92-8FCB-E0FAAD2E8E62}"/>
            </ac:graphicFrameMkLst>
          </pc:graphicFrameChg>
          <pc:graphicFrameChg chg="add mod">
            <ac:chgData name="Tín Lê MKT" userId="68e77276-d07b-41ff-80f1-8ca87a0e901e" providerId="ADAL" clId="{627355A0-4FC7-422E-9B93-C8E18597C1DC}" dt="2022-07-06T04:28:29.018" v="280"/>
            <ac:graphicFrameMkLst>
              <pc:docMk/>
              <pc:sldMasterMk cId="1377184672" sldId="2147484005"/>
              <pc:sldLayoutMk cId="334690813" sldId="2147484056"/>
              <ac:graphicFrameMk id="9" creationId="{E5619623-D5E9-E402-D230-ED13FD2B1EAC}"/>
            </ac:graphicFrameMkLst>
          </pc:graphicFrameChg>
          <pc:graphicFrameChg chg="add mod">
            <ac:chgData name="Tín Lê MKT" userId="68e77276-d07b-41ff-80f1-8ca87a0e901e" providerId="ADAL" clId="{627355A0-4FC7-422E-9B93-C8E18597C1DC}" dt="2022-07-06T04:28:29.018" v="280"/>
            <ac:graphicFrameMkLst>
              <pc:docMk/>
              <pc:sldMasterMk cId="1377184672" sldId="2147484005"/>
              <pc:sldLayoutMk cId="334690813" sldId="2147484056"/>
              <ac:graphicFrameMk id="11" creationId="{68C9FED6-B49B-3A53-FE61-EA7972C7CAF8}"/>
            </ac:graphicFrameMkLst>
          </pc:graphicFrameChg>
        </pc:sldLayoutChg>
        <pc:sldLayoutChg chg="addSp delSp modSp new mod modAnim">
          <pc:chgData name="Tín Lê MKT" userId="68e77276-d07b-41ff-80f1-8ca87a0e901e" providerId="ADAL" clId="{627355A0-4FC7-422E-9B93-C8E18597C1DC}" dt="2022-07-06T04:39:46.039" v="429" actId="2711"/>
          <pc:sldLayoutMkLst>
            <pc:docMk/>
            <pc:sldMasterMk cId="1377184672" sldId="2147484005"/>
            <pc:sldLayoutMk cId="3474485087" sldId="2147484057"/>
          </pc:sldLayoutMkLst>
          <pc:spChg chg="del">
            <ac:chgData name="Tín Lê MKT" userId="68e77276-d07b-41ff-80f1-8ca87a0e901e" providerId="ADAL" clId="{627355A0-4FC7-422E-9B93-C8E18597C1DC}" dt="2022-07-06T04:28:49.044" v="282" actId="478"/>
            <ac:spMkLst>
              <pc:docMk/>
              <pc:sldMasterMk cId="1377184672" sldId="2147484005"/>
              <pc:sldLayoutMk cId="3474485087" sldId="2147484057"/>
              <ac:spMk id="2" creationId="{71C3B28D-153B-2041-C409-AA0455FB29ED}"/>
            </ac:spMkLst>
          </pc:spChg>
          <pc:spChg chg="add mod">
            <ac:chgData name="Tín Lê MKT" userId="68e77276-d07b-41ff-80f1-8ca87a0e901e" providerId="ADAL" clId="{627355A0-4FC7-422E-9B93-C8E18597C1DC}" dt="2022-07-06T04:28:49.554" v="283"/>
            <ac:spMkLst>
              <pc:docMk/>
              <pc:sldMasterMk cId="1377184672" sldId="2147484005"/>
              <pc:sldLayoutMk cId="3474485087" sldId="2147484057"/>
              <ac:spMk id="5" creationId="{91C8071F-265F-48A8-0D66-C4B4EC4C637B}"/>
            </ac:spMkLst>
          </pc:spChg>
          <pc:graphicFrameChg chg="add mod">
            <ac:chgData name="Tín Lê MKT" userId="68e77276-d07b-41ff-80f1-8ca87a0e901e" providerId="ADAL" clId="{627355A0-4FC7-422E-9B93-C8E18597C1DC}" dt="2022-07-06T04:39:35.038" v="428" actId="2711"/>
            <ac:graphicFrameMkLst>
              <pc:docMk/>
              <pc:sldMasterMk cId="1377184672" sldId="2147484005"/>
              <pc:sldLayoutMk cId="3474485087" sldId="2147484057"/>
              <ac:graphicFrameMk id="4" creationId="{4D55A537-232E-7541-01CB-BF1F61033CF7}"/>
            </ac:graphicFrameMkLst>
          </pc:graphicFrameChg>
          <pc:graphicFrameChg chg="add mod">
            <ac:chgData name="Tín Lê MKT" userId="68e77276-d07b-41ff-80f1-8ca87a0e901e" providerId="ADAL" clId="{627355A0-4FC7-422E-9B93-C8E18597C1DC}" dt="2022-07-06T04:39:31.238" v="427" actId="2711"/>
            <ac:graphicFrameMkLst>
              <pc:docMk/>
              <pc:sldMasterMk cId="1377184672" sldId="2147484005"/>
              <pc:sldLayoutMk cId="3474485087" sldId="2147484057"/>
              <ac:graphicFrameMk id="6" creationId="{4688F57B-37AF-4939-6CA8-FC8A13EBA0A5}"/>
            </ac:graphicFrameMkLst>
          </pc:graphicFrameChg>
          <pc:graphicFrameChg chg="add mod">
            <ac:chgData name="Tín Lê MKT" userId="68e77276-d07b-41ff-80f1-8ca87a0e901e" providerId="ADAL" clId="{627355A0-4FC7-422E-9B93-C8E18597C1DC}" dt="2022-07-06T04:39:46.039" v="429" actId="2711"/>
            <ac:graphicFrameMkLst>
              <pc:docMk/>
              <pc:sldMasterMk cId="1377184672" sldId="2147484005"/>
              <pc:sldLayoutMk cId="3474485087" sldId="2147484057"/>
              <ac:graphicFrameMk id="7" creationId="{161EEC66-28AD-ADD8-3D7A-8A01919449BE}"/>
            </ac:graphicFrameMkLst>
          </pc:graphicFrameChg>
        </pc:sldLayoutChg>
        <pc:sldLayoutChg chg="new del mod">
          <pc:chgData name="Tín Lê MKT" userId="68e77276-d07b-41ff-80f1-8ca87a0e901e" providerId="ADAL" clId="{627355A0-4FC7-422E-9B93-C8E18597C1DC}" dt="2022-07-06T04:42:52.624" v="448" actId="2696"/>
          <pc:sldLayoutMkLst>
            <pc:docMk/>
            <pc:sldMasterMk cId="1377184672" sldId="2147484005"/>
            <pc:sldLayoutMk cId="975359393" sldId="2147484058"/>
          </pc:sldLayoutMkLst>
        </pc:sldLayoutChg>
      </pc:sldMasterChg>
      <pc:sldMasterChg chg="new del mod addSldLayout delSldLayout">
        <pc:chgData name="Tín Lê MKT" userId="68e77276-d07b-41ff-80f1-8ca87a0e901e" providerId="ADAL" clId="{627355A0-4FC7-422E-9B93-C8E18597C1DC}" dt="2022-07-06T04:05:45.700" v="3" actId="6938"/>
        <pc:sldMasterMkLst>
          <pc:docMk/>
          <pc:sldMasterMk cId="1481613071" sldId="2147484055"/>
        </pc:sldMasterMkLst>
        <pc:sldLayoutChg chg="new del replId">
          <pc:chgData name="Tín Lê MKT" userId="68e77276-d07b-41ff-80f1-8ca87a0e901e" providerId="ADAL" clId="{627355A0-4FC7-422E-9B93-C8E18597C1DC}" dt="2022-07-06T04:05:45.700" v="3" actId="6938"/>
          <pc:sldLayoutMkLst>
            <pc:docMk/>
            <pc:sldMasterMk cId="1481613071" sldId="2147484055"/>
            <pc:sldLayoutMk cId="1858608116" sldId="2147484056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5:45.700" v="3" actId="6938"/>
          <pc:sldLayoutMkLst>
            <pc:docMk/>
            <pc:sldMasterMk cId="1481613071" sldId="2147484055"/>
            <pc:sldLayoutMk cId="1445429481" sldId="2147484057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5:45.700" v="3" actId="6938"/>
          <pc:sldLayoutMkLst>
            <pc:docMk/>
            <pc:sldMasterMk cId="1481613071" sldId="2147484055"/>
            <pc:sldLayoutMk cId="166880455" sldId="2147484058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5:45.700" v="3" actId="6938"/>
          <pc:sldLayoutMkLst>
            <pc:docMk/>
            <pc:sldMasterMk cId="1481613071" sldId="2147484055"/>
            <pc:sldLayoutMk cId="4242327078" sldId="2147484059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5:45.700" v="3" actId="6938"/>
          <pc:sldLayoutMkLst>
            <pc:docMk/>
            <pc:sldMasterMk cId="1481613071" sldId="2147484055"/>
            <pc:sldLayoutMk cId="2127513306" sldId="2147484060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5:45.700" v="3" actId="6938"/>
          <pc:sldLayoutMkLst>
            <pc:docMk/>
            <pc:sldMasterMk cId="1481613071" sldId="2147484055"/>
            <pc:sldLayoutMk cId="3207996459" sldId="2147484061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5:45.700" v="3" actId="6938"/>
          <pc:sldLayoutMkLst>
            <pc:docMk/>
            <pc:sldMasterMk cId="1481613071" sldId="2147484055"/>
            <pc:sldLayoutMk cId="3637938353" sldId="2147484062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5:45.700" v="3" actId="6938"/>
          <pc:sldLayoutMkLst>
            <pc:docMk/>
            <pc:sldMasterMk cId="1481613071" sldId="2147484055"/>
            <pc:sldLayoutMk cId="2105287610" sldId="2147484063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5:45.700" v="3" actId="6938"/>
          <pc:sldLayoutMkLst>
            <pc:docMk/>
            <pc:sldMasterMk cId="1481613071" sldId="2147484055"/>
            <pc:sldLayoutMk cId="1692941927" sldId="2147484064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5:45.700" v="3" actId="6938"/>
          <pc:sldLayoutMkLst>
            <pc:docMk/>
            <pc:sldMasterMk cId="1481613071" sldId="2147484055"/>
            <pc:sldLayoutMk cId="1983721415" sldId="2147484065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5:45.700" v="3" actId="6938"/>
          <pc:sldLayoutMkLst>
            <pc:docMk/>
            <pc:sldMasterMk cId="1481613071" sldId="2147484055"/>
            <pc:sldLayoutMk cId="2771702434" sldId="2147484066"/>
          </pc:sldLayoutMkLst>
        </pc:sldLayoutChg>
      </pc:sldMasterChg>
      <pc:sldMasterChg chg="new del mod addSldLayout delSldLayout">
        <pc:chgData name="Tín Lê MKT" userId="68e77276-d07b-41ff-80f1-8ca87a0e901e" providerId="ADAL" clId="{627355A0-4FC7-422E-9B93-C8E18597C1DC}" dt="2022-07-06T04:09:58.974" v="78" actId="2696"/>
        <pc:sldMasterMkLst>
          <pc:docMk/>
          <pc:sldMasterMk cId="206482160" sldId="2147484056"/>
        </pc:sldMasterMkLst>
        <pc:sldLayoutChg chg="new del replId">
          <pc:chgData name="Tín Lê MKT" userId="68e77276-d07b-41ff-80f1-8ca87a0e901e" providerId="ADAL" clId="{627355A0-4FC7-422E-9B93-C8E18597C1DC}" dt="2022-07-06T04:09:58.926" v="67" actId="2696"/>
          <pc:sldLayoutMkLst>
            <pc:docMk/>
            <pc:sldMasterMk cId="206482160" sldId="2147484056"/>
            <pc:sldLayoutMk cId="3133164269" sldId="2147484057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9:58.926" v="68" actId="2696"/>
          <pc:sldLayoutMkLst>
            <pc:docMk/>
            <pc:sldMasterMk cId="206482160" sldId="2147484056"/>
            <pc:sldLayoutMk cId="4245178408" sldId="2147484058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9:58.926" v="69" actId="2696"/>
          <pc:sldLayoutMkLst>
            <pc:docMk/>
            <pc:sldMasterMk cId="206482160" sldId="2147484056"/>
            <pc:sldLayoutMk cId="3502186643" sldId="2147484059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9:58.942" v="70" actId="2696"/>
          <pc:sldLayoutMkLst>
            <pc:docMk/>
            <pc:sldMasterMk cId="206482160" sldId="2147484056"/>
            <pc:sldLayoutMk cId="2964747327" sldId="2147484060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9:58.952" v="71" actId="2696"/>
          <pc:sldLayoutMkLst>
            <pc:docMk/>
            <pc:sldMasterMk cId="206482160" sldId="2147484056"/>
            <pc:sldLayoutMk cId="2080216836" sldId="2147484061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9:58.958" v="72" actId="2696"/>
          <pc:sldLayoutMkLst>
            <pc:docMk/>
            <pc:sldMasterMk cId="206482160" sldId="2147484056"/>
            <pc:sldLayoutMk cId="2770165086" sldId="2147484062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9:58.962" v="73" actId="2696"/>
          <pc:sldLayoutMkLst>
            <pc:docMk/>
            <pc:sldMasterMk cId="206482160" sldId="2147484056"/>
            <pc:sldLayoutMk cId="2881740230" sldId="2147484063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9:58.962" v="74" actId="2696"/>
          <pc:sldLayoutMkLst>
            <pc:docMk/>
            <pc:sldMasterMk cId="206482160" sldId="2147484056"/>
            <pc:sldLayoutMk cId="3793482842" sldId="2147484064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9:58.962" v="75" actId="2696"/>
          <pc:sldLayoutMkLst>
            <pc:docMk/>
            <pc:sldMasterMk cId="206482160" sldId="2147484056"/>
            <pc:sldLayoutMk cId="2912235951" sldId="2147484065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9:58.962" v="76" actId="2696"/>
          <pc:sldLayoutMkLst>
            <pc:docMk/>
            <pc:sldMasterMk cId="206482160" sldId="2147484056"/>
            <pc:sldLayoutMk cId="3157089780" sldId="2147484066"/>
          </pc:sldLayoutMkLst>
        </pc:sldLayoutChg>
        <pc:sldLayoutChg chg="new del replId">
          <pc:chgData name="Tín Lê MKT" userId="68e77276-d07b-41ff-80f1-8ca87a0e901e" providerId="ADAL" clId="{627355A0-4FC7-422E-9B93-C8E18597C1DC}" dt="2022-07-06T04:09:58.974" v="77" actId="2696"/>
          <pc:sldLayoutMkLst>
            <pc:docMk/>
            <pc:sldMasterMk cId="206482160" sldId="2147484056"/>
            <pc:sldLayoutMk cId="1313667757" sldId="2147484067"/>
          </pc:sldLayoutMkLst>
        </pc:sldLayoutChg>
      </pc:sldMasterChg>
    </pc:docChg>
  </pc:docChgLst>
  <pc:docChgLst>
    <pc:chgData name="Tín Lê MKT" userId="68e77276-d07b-41ff-80f1-8ca87a0e901e" providerId="ADAL" clId="{96811037-8553-449A-B483-9B1CD11C8361}"/>
    <pc:docChg chg="undo custSel addSld delSld modSld sldOrd modMainMaster">
      <pc:chgData name="Tín Lê MKT" userId="68e77276-d07b-41ff-80f1-8ca87a0e901e" providerId="ADAL" clId="{96811037-8553-449A-B483-9B1CD11C8361}" dt="2022-08-26T03:47:49.074" v="2197" actId="20577"/>
      <pc:docMkLst>
        <pc:docMk/>
      </pc:docMkLst>
      <pc:sldChg chg="addSp delSp modSp mod">
        <pc:chgData name="Tín Lê MKT" userId="68e77276-d07b-41ff-80f1-8ca87a0e901e" providerId="ADAL" clId="{96811037-8553-449A-B483-9B1CD11C8361}" dt="2022-08-26T02:16:18.540" v="66"/>
        <pc:sldMkLst>
          <pc:docMk/>
          <pc:sldMk cId="797121902" sldId="256"/>
        </pc:sldMkLst>
        <pc:spChg chg="add del mod">
          <ac:chgData name="Tín Lê MKT" userId="68e77276-d07b-41ff-80f1-8ca87a0e901e" providerId="ADAL" clId="{96811037-8553-449A-B483-9B1CD11C8361}" dt="2022-08-26T02:16:18.540" v="66"/>
          <ac:spMkLst>
            <pc:docMk/>
            <pc:sldMk cId="797121902" sldId="256"/>
            <ac:spMk id="3" creationId="{1B8D15EA-FDA6-AFFA-6435-E1F702F48507}"/>
          </ac:spMkLst>
        </pc:spChg>
        <pc:spChg chg="add del mod">
          <ac:chgData name="Tín Lê MKT" userId="68e77276-d07b-41ff-80f1-8ca87a0e901e" providerId="ADAL" clId="{96811037-8553-449A-B483-9B1CD11C8361}" dt="2022-08-26T02:16:18.223" v="65" actId="1076"/>
          <ac:spMkLst>
            <pc:docMk/>
            <pc:sldMk cId="797121902" sldId="256"/>
            <ac:spMk id="4" creationId="{52F3B1CD-97C3-CC37-07CA-F8F7CDBEC740}"/>
          </ac:spMkLst>
        </pc:spChg>
        <pc:spChg chg="add del mod">
          <ac:chgData name="Tín Lê MKT" userId="68e77276-d07b-41ff-80f1-8ca87a0e901e" providerId="ADAL" clId="{96811037-8553-449A-B483-9B1CD11C8361}" dt="2022-08-26T02:16:18.022" v="64" actId="478"/>
          <ac:spMkLst>
            <pc:docMk/>
            <pc:sldMk cId="797121902" sldId="256"/>
            <ac:spMk id="6" creationId="{1884B383-5B36-0EB4-8A2C-EC54B8606C43}"/>
          </ac:spMkLst>
        </pc:spChg>
      </pc:sldChg>
      <pc:sldChg chg="modSp mod">
        <pc:chgData name="Tín Lê MKT" userId="68e77276-d07b-41ff-80f1-8ca87a0e901e" providerId="ADAL" clId="{96811037-8553-449A-B483-9B1CD11C8361}" dt="2022-08-26T02:54:48.289" v="1125" actId="20577"/>
        <pc:sldMkLst>
          <pc:docMk/>
          <pc:sldMk cId="105097713" sldId="257"/>
        </pc:sldMkLst>
        <pc:spChg chg="mod">
          <ac:chgData name="Tín Lê MKT" userId="68e77276-d07b-41ff-80f1-8ca87a0e901e" providerId="ADAL" clId="{96811037-8553-449A-B483-9B1CD11C8361}" dt="2022-08-26T02:16:33.265" v="90" actId="20577"/>
          <ac:spMkLst>
            <pc:docMk/>
            <pc:sldMk cId="105097713" sldId="257"/>
            <ac:spMk id="3" creationId="{CD37DF99-A24C-5EB2-10AE-D0DFA7481ABF}"/>
          </ac:spMkLst>
        </pc:spChg>
        <pc:spChg chg="mod">
          <ac:chgData name="Tín Lê MKT" userId="68e77276-d07b-41ff-80f1-8ca87a0e901e" providerId="ADAL" clId="{96811037-8553-449A-B483-9B1CD11C8361}" dt="2022-08-26T02:54:48.289" v="1125" actId="20577"/>
          <ac:spMkLst>
            <pc:docMk/>
            <pc:sldMk cId="105097713" sldId="257"/>
            <ac:spMk id="4" creationId="{5C8FA709-2F6F-2D4A-DAC8-22AAE304F454}"/>
          </ac:spMkLst>
        </pc:spChg>
      </pc:sldChg>
      <pc:sldChg chg="delSp modSp mod">
        <pc:chgData name="Tín Lê MKT" userId="68e77276-d07b-41ff-80f1-8ca87a0e901e" providerId="ADAL" clId="{96811037-8553-449A-B483-9B1CD11C8361}" dt="2022-08-26T02:54:33.735" v="1118" actId="20577"/>
        <pc:sldMkLst>
          <pc:docMk/>
          <pc:sldMk cId="96208269" sldId="258"/>
        </pc:sldMkLst>
        <pc:spChg chg="mod">
          <ac:chgData name="Tín Lê MKT" userId="68e77276-d07b-41ff-80f1-8ca87a0e901e" providerId="ADAL" clId="{96811037-8553-449A-B483-9B1CD11C8361}" dt="2022-08-26T02:54:33.735" v="1118" actId="20577"/>
          <ac:spMkLst>
            <pc:docMk/>
            <pc:sldMk cId="96208269" sldId="258"/>
            <ac:spMk id="3" creationId="{479A532C-1323-0427-37E5-51D377798D41}"/>
          </ac:spMkLst>
        </pc:spChg>
        <pc:spChg chg="del">
          <ac:chgData name="Tín Lê MKT" userId="68e77276-d07b-41ff-80f1-8ca87a0e901e" providerId="ADAL" clId="{96811037-8553-449A-B483-9B1CD11C8361}" dt="2022-08-26T02:17:12.058" v="150" actId="478"/>
          <ac:spMkLst>
            <pc:docMk/>
            <pc:sldMk cId="96208269" sldId="258"/>
            <ac:spMk id="4" creationId="{A2F57E17-A519-8A93-4A7F-F55F7DF3EF79}"/>
          </ac:spMkLst>
        </pc:spChg>
      </pc:sldChg>
      <pc:sldChg chg="addSp modSp mod">
        <pc:chgData name="Tín Lê MKT" userId="68e77276-d07b-41ff-80f1-8ca87a0e901e" providerId="ADAL" clId="{96811037-8553-449A-B483-9B1CD11C8361}" dt="2022-08-26T02:21:35.938" v="366" actId="1076"/>
        <pc:sldMkLst>
          <pc:docMk/>
          <pc:sldMk cId="2248281046" sldId="259"/>
        </pc:sldMkLst>
        <pc:spChg chg="mod">
          <ac:chgData name="Tín Lê MKT" userId="68e77276-d07b-41ff-80f1-8ca87a0e901e" providerId="ADAL" clId="{96811037-8553-449A-B483-9B1CD11C8361}" dt="2022-08-26T02:21:23.625" v="364" actId="14100"/>
          <ac:spMkLst>
            <pc:docMk/>
            <pc:sldMk cId="2248281046" sldId="259"/>
            <ac:spMk id="3" creationId="{31453684-3164-3BA7-B71E-DE00E2D6167B}"/>
          </ac:spMkLst>
        </pc:spChg>
        <pc:spChg chg="mod">
          <ac:chgData name="Tín Lê MKT" userId="68e77276-d07b-41ff-80f1-8ca87a0e901e" providerId="ADAL" clId="{96811037-8553-449A-B483-9B1CD11C8361}" dt="2022-08-26T02:21:18.463" v="362" actId="14100"/>
          <ac:spMkLst>
            <pc:docMk/>
            <pc:sldMk cId="2248281046" sldId="259"/>
            <ac:spMk id="4" creationId="{76CCC0F9-9C08-468A-87C3-208B943FA03F}"/>
          </ac:spMkLst>
        </pc:spChg>
        <pc:picChg chg="add mod">
          <ac:chgData name="Tín Lê MKT" userId="68e77276-d07b-41ff-80f1-8ca87a0e901e" providerId="ADAL" clId="{96811037-8553-449A-B483-9B1CD11C8361}" dt="2022-08-26T02:21:35.938" v="366" actId="1076"/>
          <ac:picMkLst>
            <pc:docMk/>
            <pc:sldMk cId="2248281046" sldId="259"/>
            <ac:picMk id="5" creationId="{4046DA3B-B70E-E1C2-96FD-297B00D6BD81}"/>
          </ac:picMkLst>
        </pc:picChg>
      </pc:sldChg>
      <pc:sldChg chg="del">
        <pc:chgData name="Tín Lê MKT" userId="68e77276-d07b-41ff-80f1-8ca87a0e901e" providerId="ADAL" clId="{96811037-8553-449A-B483-9B1CD11C8361}" dt="2022-08-26T02:21:43.070" v="367" actId="47"/>
        <pc:sldMkLst>
          <pc:docMk/>
          <pc:sldMk cId="1709978996" sldId="260"/>
        </pc:sldMkLst>
      </pc:sldChg>
      <pc:sldChg chg="del">
        <pc:chgData name="Tín Lê MKT" userId="68e77276-d07b-41ff-80f1-8ca87a0e901e" providerId="ADAL" clId="{96811037-8553-449A-B483-9B1CD11C8361}" dt="2022-08-26T02:21:43.768" v="368" actId="47"/>
        <pc:sldMkLst>
          <pc:docMk/>
          <pc:sldMk cId="575039323" sldId="261"/>
        </pc:sldMkLst>
      </pc:sldChg>
      <pc:sldChg chg="addSp delSp modSp new mod">
        <pc:chgData name="Tín Lê MKT" userId="68e77276-d07b-41ff-80f1-8ca87a0e901e" providerId="ADAL" clId="{96811037-8553-449A-B483-9B1CD11C8361}" dt="2022-08-26T02:26:45.359" v="413" actId="18131"/>
        <pc:sldMkLst>
          <pc:docMk/>
          <pc:sldMk cId="1721864704" sldId="263"/>
        </pc:sldMkLst>
        <pc:spChg chg="del">
          <ac:chgData name="Tín Lê MKT" userId="68e77276-d07b-41ff-80f1-8ca87a0e901e" providerId="ADAL" clId="{96811037-8553-449A-B483-9B1CD11C8361}" dt="2022-08-26T02:22:14.290" v="370" actId="931"/>
          <ac:spMkLst>
            <pc:docMk/>
            <pc:sldMk cId="1721864704" sldId="263"/>
            <ac:spMk id="2" creationId="{9EDF0C3C-BBA9-A9AF-6C0B-1559353AC6CE}"/>
          </ac:spMkLst>
        </pc:spChg>
        <pc:spChg chg="del">
          <ac:chgData name="Tín Lê MKT" userId="68e77276-d07b-41ff-80f1-8ca87a0e901e" providerId="ADAL" clId="{96811037-8553-449A-B483-9B1CD11C8361}" dt="2022-08-26T02:22:18.632" v="372" actId="478"/>
          <ac:spMkLst>
            <pc:docMk/>
            <pc:sldMk cId="1721864704" sldId="263"/>
            <ac:spMk id="3" creationId="{E01DF432-C1D5-9A19-1AD3-CE5EC4E951D9}"/>
          </ac:spMkLst>
        </pc:spChg>
        <pc:spChg chg="add del mod">
          <ac:chgData name="Tín Lê MKT" userId="68e77276-d07b-41ff-80f1-8ca87a0e901e" providerId="ADAL" clId="{96811037-8553-449A-B483-9B1CD11C8361}" dt="2022-08-26T02:23:49.358" v="389" actId="478"/>
          <ac:spMkLst>
            <pc:docMk/>
            <pc:sldMk cId="1721864704" sldId="263"/>
            <ac:spMk id="12" creationId="{6A46C092-A9CB-D527-F988-00243A34E7D9}"/>
          </ac:spMkLst>
        </pc:spChg>
        <pc:picChg chg="add del mod">
          <ac:chgData name="Tín Lê MKT" userId="68e77276-d07b-41ff-80f1-8ca87a0e901e" providerId="ADAL" clId="{96811037-8553-449A-B483-9B1CD11C8361}" dt="2022-08-26T02:23:46.372" v="388" actId="478"/>
          <ac:picMkLst>
            <pc:docMk/>
            <pc:sldMk cId="1721864704" sldId="263"/>
            <ac:picMk id="6" creationId="{1CE20868-3536-7727-6739-A980CE32037D}"/>
          </ac:picMkLst>
        </pc:picChg>
        <pc:picChg chg="add mod">
          <ac:chgData name="Tín Lê MKT" userId="68e77276-d07b-41ff-80f1-8ca87a0e901e" providerId="ADAL" clId="{96811037-8553-449A-B483-9B1CD11C8361}" dt="2022-08-26T02:22:32.705" v="386" actId="14100"/>
          <ac:picMkLst>
            <pc:docMk/>
            <pc:sldMk cId="1721864704" sldId="263"/>
            <ac:picMk id="8" creationId="{3DAFBBE8-25F9-8AF6-D43A-01AD2932AEC9}"/>
          </ac:picMkLst>
        </pc:picChg>
        <pc:picChg chg="add mod">
          <ac:chgData name="Tín Lê MKT" userId="68e77276-d07b-41ff-80f1-8ca87a0e901e" providerId="ADAL" clId="{96811037-8553-449A-B483-9B1CD11C8361}" dt="2022-08-26T02:22:35.024" v="387" actId="14100"/>
          <ac:picMkLst>
            <pc:docMk/>
            <pc:sldMk cId="1721864704" sldId="263"/>
            <ac:picMk id="10" creationId="{4179BB80-66B2-F485-36EA-79AF3927DBF3}"/>
          </ac:picMkLst>
        </pc:picChg>
        <pc:picChg chg="add mod modCrop">
          <ac:chgData name="Tín Lê MKT" userId="68e77276-d07b-41ff-80f1-8ca87a0e901e" providerId="ADAL" clId="{96811037-8553-449A-B483-9B1CD11C8361}" dt="2022-08-26T02:24:37.183" v="403"/>
          <ac:picMkLst>
            <pc:docMk/>
            <pc:sldMk cId="1721864704" sldId="263"/>
            <ac:picMk id="14" creationId="{F3814560-12EE-1458-CCBD-146162DEE740}"/>
          </ac:picMkLst>
        </pc:picChg>
        <pc:picChg chg="add mod modCrop">
          <ac:chgData name="Tín Lê MKT" userId="68e77276-d07b-41ff-80f1-8ca87a0e901e" providerId="ADAL" clId="{96811037-8553-449A-B483-9B1CD11C8361}" dt="2022-08-26T02:26:45.359" v="413" actId="18131"/>
          <ac:picMkLst>
            <pc:docMk/>
            <pc:sldMk cId="1721864704" sldId="263"/>
            <ac:picMk id="16" creationId="{EF718F65-383F-4B68-114A-B24D42F51709}"/>
          </ac:picMkLst>
        </pc:picChg>
      </pc:sldChg>
      <pc:sldChg chg="modSp add mod ord">
        <pc:chgData name="Tín Lê MKT" userId="68e77276-d07b-41ff-80f1-8ca87a0e901e" providerId="ADAL" clId="{96811037-8553-449A-B483-9B1CD11C8361}" dt="2022-08-26T02:27:17.114" v="440" actId="14100"/>
        <pc:sldMkLst>
          <pc:docMk/>
          <pc:sldMk cId="2892510896" sldId="264"/>
        </pc:sldMkLst>
        <pc:spChg chg="mod">
          <ac:chgData name="Tín Lê MKT" userId="68e77276-d07b-41ff-80f1-8ca87a0e901e" providerId="ADAL" clId="{96811037-8553-449A-B483-9B1CD11C8361}" dt="2022-08-26T02:27:17.114" v="440" actId="14100"/>
          <ac:spMkLst>
            <pc:docMk/>
            <pc:sldMk cId="2892510896" sldId="264"/>
            <ac:spMk id="3" creationId="{479A532C-1323-0427-37E5-51D377798D41}"/>
          </ac:spMkLst>
        </pc:spChg>
      </pc:sldChg>
      <pc:sldChg chg="addSp delSp modSp new mod ord setBg modClrScheme chgLayout">
        <pc:chgData name="Tín Lê MKT" userId="68e77276-d07b-41ff-80f1-8ca87a0e901e" providerId="ADAL" clId="{96811037-8553-449A-B483-9B1CD11C8361}" dt="2022-08-26T02:47:43.581" v="1045" actId="1076"/>
        <pc:sldMkLst>
          <pc:docMk/>
          <pc:sldMk cId="122371527" sldId="265"/>
        </pc:sldMkLst>
        <pc:spChg chg="del">
          <ac:chgData name="Tín Lê MKT" userId="68e77276-d07b-41ff-80f1-8ca87a0e901e" providerId="ADAL" clId="{96811037-8553-449A-B483-9B1CD11C8361}" dt="2022-08-26T02:38:08.396" v="502" actId="478"/>
          <ac:spMkLst>
            <pc:docMk/>
            <pc:sldMk cId="122371527" sldId="265"/>
            <ac:spMk id="2" creationId="{5F3EA4C9-2444-551D-319B-CB5C4BA968F6}"/>
          </ac:spMkLst>
        </pc:spChg>
        <pc:spChg chg="mod ord">
          <ac:chgData name="Tín Lê MKT" userId="68e77276-d07b-41ff-80f1-8ca87a0e901e" providerId="ADAL" clId="{96811037-8553-449A-B483-9B1CD11C8361}" dt="2022-08-26T02:39:37.396" v="519" actId="700"/>
          <ac:spMkLst>
            <pc:docMk/>
            <pc:sldMk cId="122371527" sldId="265"/>
            <ac:spMk id="3" creationId="{A28D66C6-68E0-4611-0018-FB11617447E7}"/>
          </ac:spMkLst>
        </pc:spChg>
        <pc:spChg chg="mod ord">
          <ac:chgData name="Tín Lê MKT" userId="68e77276-d07b-41ff-80f1-8ca87a0e901e" providerId="ADAL" clId="{96811037-8553-449A-B483-9B1CD11C8361}" dt="2022-08-26T02:39:37.396" v="519" actId="700"/>
          <ac:spMkLst>
            <pc:docMk/>
            <pc:sldMk cId="122371527" sldId="265"/>
            <ac:spMk id="4" creationId="{1B42CC52-9C82-5513-EAA8-F13D3B999998}"/>
          </ac:spMkLst>
        </pc:spChg>
        <pc:picChg chg="add mod ord">
          <ac:chgData name="Tín Lê MKT" userId="68e77276-d07b-41ff-80f1-8ca87a0e901e" providerId="ADAL" clId="{96811037-8553-449A-B483-9B1CD11C8361}" dt="2022-08-26T02:42:49.645" v="816" actId="1076"/>
          <ac:picMkLst>
            <pc:docMk/>
            <pc:sldMk cId="122371527" sldId="265"/>
            <ac:picMk id="6" creationId="{382F058A-7666-32E4-430F-5BF454955592}"/>
          </ac:picMkLst>
        </pc:picChg>
        <pc:picChg chg="add mod">
          <ac:chgData name="Tín Lê MKT" userId="68e77276-d07b-41ff-80f1-8ca87a0e901e" providerId="ADAL" clId="{96811037-8553-449A-B483-9B1CD11C8361}" dt="2022-08-26T02:42:52.580" v="818" actId="1076"/>
          <ac:picMkLst>
            <pc:docMk/>
            <pc:sldMk cId="122371527" sldId="265"/>
            <ac:picMk id="8" creationId="{E1116F54-16D1-5346-AF55-7550B76390E1}"/>
          </ac:picMkLst>
        </pc:picChg>
        <pc:picChg chg="add mod">
          <ac:chgData name="Tín Lê MKT" userId="68e77276-d07b-41ff-80f1-8ca87a0e901e" providerId="ADAL" clId="{96811037-8553-449A-B483-9B1CD11C8361}" dt="2022-08-26T02:42:53.555" v="819" actId="1076"/>
          <ac:picMkLst>
            <pc:docMk/>
            <pc:sldMk cId="122371527" sldId="265"/>
            <ac:picMk id="10" creationId="{09181046-5D22-D2E6-E3CE-3C8A671D8EAA}"/>
          </ac:picMkLst>
        </pc:picChg>
        <pc:picChg chg="add mod">
          <ac:chgData name="Tín Lê MKT" userId="68e77276-d07b-41ff-80f1-8ca87a0e901e" providerId="ADAL" clId="{96811037-8553-449A-B483-9B1CD11C8361}" dt="2022-08-26T02:47:43.581" v="1045" actId="1076"/>
          <ac:picMkLst>
            <pc:docMk/>
            <pc:sldMk cId="122371527" sldId="265"/>
            <ac:picMk id="1026" creationId="{784AF1B3-59AD-180C-DE9A-C6E29FF89355}"/>
          </ac:picMkLst>
        </pc:picChg>
      </pc:sldChg>
      <pc:sldChg chg="new del">
        <pc:chgData name="Tín Lê MKT" userId="68e77276-d07b-41ff-80f1-8ca87a0e901e" providerId="ADAL" clId="{96811037-8553-449A-B483-9B1CD11C8361}" dt="2022-08-26T02:43:11.620" v="824" actId="47"/>
        <pc:sldMkLst>
          <pc:docMk/>
          <pc:sldMk cId="640957809" sldId="266"/>
        </pc:sldMkLst>
      </pc:sldChg>
      <pc:sldChg chg="addSp delSp modSp new mod ord">
        <pc:chgData name="Tín Lê MKT" userId="68e77276-d07b-41ff-80f1-8ca87a0e901e" providerId="ADAL" clId="{96811037-8553-449A-B483-9B1CD11C8361}" dt="2022-08-26T03:16:35.390" v="1868" actId="20577"/>
        <pc:sldMkLst>
          <pc:docMk/>
          <pc:sldMk cId="3478779367" sldId="267"/>
        </pc:sldMkLst>
        <pc:spChg chg="mod">
          <ac:chgData name="Tín Lê MKT" userId="68e77276-d07b-41ff-80f1-8ca87a0e901e" providerId="ADAL" clId="{96811037-8553-449A-B483-9B1CD11C8361}" dt="2022-08-26T03:16:35.390" v="1868" actId="20577"/>
          <ac:spMkLst>
            <pc:docMk/>
            <pc:sldMk cId="3478779367" sldId="267"/>
            <ac:spMk id="2" creationId="{653D2FFF-EBB7-CC4B-9E2B-98197189872F}"/>
          </ac:spMkLst>
        </pc:spChg>
        <pc:spChg chg="mod">
          <ac:chgData name="Tín Lê MKT" userId="68e77276-d07b-41ff-80f1-8ca87a0e901e" providerId="ADAL" clId="{96811037-8553-449A-B483-9B1CD11C8361}" dt="2022-08-26T02:46:06.075" v="987" actId="14100"/>
          <ac:spMkLst>
            <pc:docMk/>
            <pc:sldMk cId="3478779367" sldId="267"/>
            <ac:spMk id="3" creationId="{0D694281-EBE8-3CF2-F013-1E8305FD0CC8}"/>
          </ac:spMkLst>
        </pc:spChg>
        <pc:spChg chg="add del mod">
          <ac:chgData name="Tín Lê MKT" userId="68e77276-d07b-41ff-80f1-8ca87a0e901e" providerId="ADAL" clId="{96811037-8553-449A-B483-9B1CD11C8361}" dt="2022-08-26T03:04:06.975" v="1629" actId="478"/>
          <ac:spMkLst>
            <pc:docMk/>
            <pc:sldMk cId="3478779367" sldId="267"/>
            <ac:spMk id="6" creationId="{E1C45291-5FAD-436B-CCDA-56532E895327}"/>
          </ac:spMkLst>
        </pc:spChg>
      </pc:sldChg>
      <pc:sldChg chg="new del ord">
        <pc:chgData name="Tín Lê MKT" userId="68e77276-d07b-41ff-80f1-8ca87a0e901e" providerId="ADAL" clId="{96811037-8553-449A-B483-9B1CD11C8361}" dt="2022-08-26T02:53:08.760" v="1109" actId="47"/>
        <pc:sldMkLst>
          <pc:docMk/>
          <pc:sldMk cId="645435206" sldId="268"/>
        </pc:sldMkLst>
      </pc:sldChg>
      <pc:sldChg chg="modSp new del mod ord">
        <pc:chgData name="Tín Lê MKT" userId="68e77276-d07b-41ff-80f1-8ca87a0e901e" providerId="ADAL" clId="{96811037-8553-449A-B483-9B1CD11C8361}" dt="2022-08-26T02:51:32.516" v="1077" actId="47"/>
        <pc:sldMkLst>
          <pc:docMk/>
          <pc:sldMk cId="3713747998" sldId="269"/>
        </pc:sldMkLst>
        <pc:spChg chg="mod">
          <ac:chgData name="Tín Lê MKT" userId="68e77276-d07b-41ff-80f1-8ca87a0e901e" providerId="ADAL" clId="{96811037-8553-449A-B483-9B1CD11C8361}" dt="2022-08-26T02:51:16.379" v="1075" actId="14100"/>
          <ac:spMkLst>
            <pc:docMk/>
            <pc:sldMk cId="3713747998" sldId="269"/>
            <ac:spMk id="2" creationId="{174FB22C-AA77-0C6C-5DFB-8513C15D49C4}"/>
          </ac:spMkLst>
        </pc:spChg>
        <pc:spChg chg="mod">
          <ac:chgData name="Tín Lê MKT" userId="68e77276-d07b-41ff-80f1-8ca87a0e901e" providerId="ADAL" clId="{96811037-8553-449A-B483-9B1CD11C8361}" dt="2022-08-26T02:51:14.819" v="1074" actId="14100"/>
          <ac:spMkLst>
            <pc:docMk/>
            <pc:sldMk cId="3713747998" sldId="269"/>
            <ac:spMk id="3" creationId="{25B0C195-28CD-C8D8-9C6E-27A4C0353B29}"/>
          </ac:spMkLst>
        </pc:spChg>
      </pc:sldChg>
      <pc:sldChg chg="add">
        <pc:chgData name="Tín Lê MKT" userId="68e77276-d07b-41ff-80f1-8ca87a0e901e" providerId="ADAL" clId="{96811037-8553-449A-B483-9B1CD11C8361}" dt="2022-08-26T02:51:30.781" v="1076"/>
        <pc:sldMkLst>
          <pc:docMk/>
          <pc:sldMk cId="645927292" sldId="270"/>
        </pc:sldMkLst>
      </pc:sldChg>
      <pc:sldChg chg="modSp add mod">
        <pc:chgData name="Tín Lê MKT" userId="68e77276-d07b-41ff-80f1-8ca87a0e901e" providerId="ADAL" clId="{96811037-8553-449A-B483-9B1CD11C8361}" dt="2022-08-26T03:13:07.192" v="1651" actId="20577"/>
        <pc:sldMkLst>
          <pc:docMk/>
          <pc:sldMk cId="2430772820" sldId="274"/>
        </pc:sldMkLst>
        <pc:spChg chg="mod">
          <ac:chgData name="Tín Lê MKT" userId="68e77276-d07b-41ff-80f1-8ca87a0e901e" providerId="ADAL" clId="{96811037-8553-449A-B483-9B1CD11C8361}" dt="2022-08-26T03:13:07.192" v="1651" actId="20577"/>
          <ac:spMkLst>
            <pc:docMk/>
            <pc:sldMk cId="2430772820" sldId="274"/>
            <ac:spMk id="2" creationId="{EA7A5400-68DF-B6E8-B5AC-B35FF9940128}"/>
          </ac:spMkLst>
        </pc:spChg>
      </pc:sldChg>
      <pc:sldChg chg="add del">
        <pc:chgData name="Tín Lê MKT" userId="68e77276-d07b-41ff-80f1-8ca87a0e901e" providerId="ADAL" clId="{96811037-8553-449A-B483-9B1CD11C8361}" dt="2022-08-26T03:13:01.794" v="1631" actId="47"/>
        <pc:sldMkLst>
          <pc:docMk/>
          <pc:sldMk cId="991360279" sldId="275"/>
        </pc:sldMkLst>
      </pc:sldChg>
      <pc:sldChg chg="delSp modSp add mod">
        <pc:chgData name="Tín Lê MKT" userId="68e77276-d07b-41ff-80f1-8ca87a0e901e" providerId="ADAL" clId="{96811037-8553-449A-B483-9B1CD11C8361}" dt="2022-08-26T02:53:00.503" v="1108" actId="20577"/>
        <pc:sldMkLst>
          <pc:docMk/>
          <pc:sldMk cId="1047314837" sldId="280"/>
        </pc:sldMkLst>
        <pc:spChg chg="mod">
          <ac:chgData name="Tín Lê MKT" userId="68e77276-d07b-41ff-80f1-8ca87a0e901e" providerId="ADAL" clId="{96811037-8553-449A-B483-9B1CD11C8361}" dt="2022-08-26T02:51:54.208" v="1080" actId="14100"/>
          <ac:spMkLst>
            <pc:docMk/>
            <pc:sldMk cId="1047314837" sldId="280"/>
            <ac:spMk id="2" creationId="{6AAE09F0-C56F-4A60-969E-8F5CB963F73B}"/>
          </ac:spMkLst>
        </pc:spChg>
        <pc:spChg chg="mod">
          <ac:chgData name="Tín Lê MKT" userId="68e77276-d07b-41ff-80f1-8ca87a0e901e" providerId="ADAL" clId="{96811037-8553-449A-B483-9B1CD11C8361}" dt="2022-08-26T02:52:13.037" v="1093" actId="20577"/>
          <ac:spMkLst>
            <pc:docMk/>
            <pc:sldMk cId="1047314837" sldId="280"/>
            <ac:spMk id="4" creationId="{664085DA-F182-21D7-3D35-F8CC2DE9DBA4}"/>
          </ac:spMkLst>
        </pc:spChg>
        <pc:spChg chg="mod">
          <ac:chgData name="Tín Lê MKT" userId="68e77276-d07b-41ff-80f1-8ca87a0e901e" providerId="ADAL" clId="{96811037-8553-449A-B483-9B1CD11C8361}" dt="2022-08-26T02:52:50.891" v="1101" actId="1076"/>
          <ac:spMkLst>
            <pc:docMk/>
            <pc:sldMk cId="1047314837" sldId="280"/>
            <ac:spMk id="5" creationId="{69D5AA60-2A38-DB0C-F967-59968E9C6D8C}"/>
          </ac:spMkLst>
        </pc:spChg>
        <pc:spChg chg="del">
          <ac:chgData name="Tín Lê MKT" userId="68e77276-d07b-41ff-80f1-8ca87a0e901e" providerId="ADAL" clId="{96811037-8553-449A-B483-9B1CD11C8361}" dt="2022-08-26T02:52:29.553" v="1094" actId="478"/>
          <ac:spMkLst>
            <pc:docMk/>
            <pc:sldMk cId="1047314837" sldId="280"/>
            <ac:spMk id="6" creationId="{1ED22031-51B6-731A-1B4B-A226C066DBCB}"/>
          </ac:spMkLst>
        </pc:spChg>
        <pc:spChg chg="mod">
          <ac:chgData name="Tín Lê MKT" userId="68e77276-d07b-41ff-80f1-8ca87a0e901e" providerId="ADAL" clId="{96811037-8553-449A-B483-9B1CD11C8361}" dt="2022-08-26T02:52:41.576" v="1099" actId="1076"/>
          <ac:spMkLst>
            <pc:docMk/>
            <pc:sldMk cId="1047314837" sldId="280"/>
            <ac:spMk id="7" creationId="{57AB0497-10EA-7905-04A8-742B84E76D2C}"/>
          </ac:spMkLst>
        </pc:spChg>
        <pc:spChg chg="mod">
          <ac:chgData name="Tín Lê MKT" userId="68e77276-d07b-41ff-80f1-8ca87a0e901e" providerId="ADAL" clId="{96811037-8553-449A-B483-9B1CD11C8361}" dt="2022-08-26T02:52:43.493" v="1100" actId="20577"/>
          <ac:spMkLst>
            <pc:docMk/>
            <pc:sldMk cId="1047314837" sldId="280"/>
            <ac:spMk id="8" creationId="{1FEDF85F-F809-37F3-1C14-7BB4D46FE28C}"/>
          </ac:spMkLst>
        </pc:spChg>
        <pc:spChg chg="mod">
          <ac:chgData name="Tín Lê MKT" userId="68e77276-d07b-41ff-80f1-8ca87a0e901e" providerId="ADAL" clId="{96811037-8553-449A-B483-9B1CD11C8361}" dt="2022-08-26T02:53:00.503" v="1108" actId="20577"/>
          <ac:spMkLst>
            <pc:docMk/>
            <pc:sldMk cId="1047314837" sldId="280"/>
            <ac:spMk id="14" creationId="{1376AF77-DE23-B0B5-2AFB-6EDBA72EFC55}"/>
          </ac:spMkLst>
        </pc:spChg>
        <pc:spChg chg="del">
          <ac:chgData name="Tín Lê MKT" userId="68e77276-d07b-41ff-80f1-8ca87a0e901e" providerId="ADAL" clId="{96811037-8553-449A-B483-9B1CD11C8361}" dt="2022-08-26T02:52:30.669" v="1096" actId="478"/>
          <ac:spMkLst>
            <pc:docMk/>
            <pc:sldMk cId="1047314837" sldId="280"/>
            <ac:spMk id="15" creationId="{786C82A7-D25D-E2BA-272E-413A9164FBFD}"/>
          </ac:spMkLst>
        </pc:spChg>
        <pc:cxnChg chg="del mod">
          <ac:chgData name="Tín Lê MKT" userId="68e77276-d07b-41ff-80f1-8ca87a0e901e" providerId="ADAL" clId="{96811037-8553-449A-B483-9B1CD11C8361}" dt="2022-08-26T02:52:30.029" v="1095" actId="478"/>
          <ac:cxnSpMkLst>
            <pc:docMk/>
            <pc:sldMk cId="1047314837" sldId="280"/>
            <ac:cxnSpMk id="43" creationId="{CF33325A-AC02-51DD-5A7D-25CA4001B676}"/>
          </ac:cxnSpMkLst>
        </pc:cxnChg>
        <pc:cxnChg chg="del mod">
          <ac:chgData name="Tín Lê MKT" userId="68e77276-d07b-41ff-80f1-8ca87a0e901e" providerId="ADAL" clId="{96811037-8553-449A-B483-9B1CD11C8361}" dt="2022-08-26T02:52:31.446" v="1097" actId="478"/>
          <ac:cxnSpMkLst>
            <pc:docMk/>
            <pc:sldMk cId="1047314837" sldId="280"/>
            <ac:cxnSpMk id="48" creationId="{47CD0445-7F02-B777-A830-9FC29D0D5E91}"/>
          </ac:cxnSpMkLst>
        </pc:cxnChg>
        <pc:cxnChg chg="mod">
          <ac:chgData name="Tín Lê MKT" userId="68e77276-d07b-41ff-80f1-8ca87a0e901e" providerId="ADAL" clId="{96811037-8553-449A-B483-9B1CD11C8361}" dt="2022-08-26T02:52:50.891" v="1101" actId="1076"/>
          <ac:cxnSpMkLst>
            <pc:docMk/>
            <pc:sldMk cId="1047314837" sldId="280"/>
            <ac:cxnSpMk id="52" creationId="{AE1125E1-4BE8-63D0-3FD8-95BF62DB96B9}"/>
          </ac:cxnSpMkLst>
        </pc:cxnChg>
        <pc:cxnChg chg="mod">
          <ac:chgData name="Tín Lê MKT" userId="68e77276-d07b-41ff-80f1-8ca87a0e901e" providerId="ADAL" clId="{96811037-8553-449A-B483-9B1CD11C8361}" dt="2022-08-26T02:52:41.576" v="1099" actId="1076"/>
          <ac:cxnSpMkLst>
            <pc:docMk/>
            <pc:sldMk cId="1047314837" sldId="280"/>
            <ac:cxnSpMk id="53" creationId="{AE11D7EF-2A4A-93AD-A8A3-8BDD83460A10}"/>
          </ac:cxnSpMkLst>
        </pc:cxnChg>
        <pc:cxnChg chg="mod">
          <ac:chgData name="Tín Lê MKT" userId="68e77276-d07b-41ff-80f1-8ca87a0e901e" providerId="ADAL" clId="{96811037-8553-449A-B483-9B1CD11C8361}" dt="2022-08-26T02:52:35.907" v="1098" actId="1076"/>
          <ac:cxnSpMkLst>
            <pc:docMk/>
            <pc:sldMk cId="1047314837" sldId="280"/>
            <ac:cxnSpMk id="56" creationId="{6DFF56D0-BBF6-5EC5-00A7-E82E144456C7}"/>
          </ac:cxnSpMkLst>
        </pc:cxnChg>
      </pc:sldChg>
      <pc:sldChg chg="modSp add mod ord">
        <pc:chgData name="Tín Lê MKT" userId="68e77276-d07b-41ff-80f1-8ca87a0e901e" providerId="ADAL" clId="{96811037-8553-449A-B483-9B1CD11C8361}" dt="2022-08-26T02:54:52.782" v="1132" actId="20577"/>
        <pc:sldMkLst>
          <pc:docMk/>
          <pc:sldMk cId="3618054077" sldId="281"/>
        </pc:sldMkLst>
        <pc:spChg chg="mod">
          <ac:chgData name="Tín Lê MKT" userId="68e77276-d07b-41ff-80f1-8ca87a0e901e" providerId="ADAL" clId="{96811037-8553-449A-B483-9B1CD11C8361}" dt="2022-08-26T02:54:52.782" v="1132" actId="20577"/>
          <ac:spMkLst>
            <pc:docMk/>
            <pc:sldMk cId="3618054077" sldId="281"/>
            <ac:spMk id="3" creationId="{479A532C-1323-0427-37E5-51D377798D41}"/>
          </ac:spMkLst>
        </pc:spChg>
      </pc:sldChg>
      <pc:sldChg chg="addSp delSp modSp new del mod ord">
        <pc:chgData name="Tín Lê MKT" userId="68e77276-d07b-41ff-80f1-8ca87a0e901e" providerId="ADAL" clId="{96811037-8553-449A-B483-9B1CD11C8361}" dt="2022-08-26T03:47:36.341" v="2196" actId="47"/>
        <pc:sldMkLst>
          <pc:docMk/>
          <pc:sldMk cId="1091350840" sldId="282"/>
        </pc:sldMkLst>
        <pc:spChg chg="del mod">
          <ac:chgData name="Tín Lê MKT" userId="68e77276-d07b-41ff-80f1-8ca87a0e901e" providerId="ADAL" clId="{96811037-8553-449A-B483-9B1CD11C8361}" dt="2022-08-26T02:58:41.559" v="1290" actId="3680"/>
          <ac:spMkLst>
            <pc:docMk/>
            <pc:sldMk cId="1091350840" sldId="282"/>
            <ac:spMk id="2" creationId="{4276AE9C-E1CD-E9C7-728C-F4D827732EBF}"/>
          </ac:spMkLst>
        </pc:spChg>
        <pc:spChg chg="mod">
          <ac:chgData name="Tín Lê MKT" userId="68e77276-d07b-41ff-80f1-8ca87a0e901e" providerId="ADAL" clId="{96811037-8553-449A-B483-9B1CD11C8361}" dt="2022-08-26T03:18:34.996" v="1953" actId="20577"/>
          <ac:spMkLst>
            <pc:docMk/>
            <pc:sldMk cId="1091350840" sldId="282"/>
            <ac:spMk id="3" creationId="{60C8876E-D565-E2B2-64FF-6DC29301D126}"/>
          </ac:spMkLst>
        </pc:spChg>
        <pc:graphicFrameChg chg="add mod ord modGraphic">
          <ac:chgData name="Tín Lê MKT" userId="68e77276-d07b-41ff-80f1-8ca87a0e901e" providerId="ADAL" clId="{96811037-8553-449A-B483-9B1CD11C8361}" dt="2022-08-26T03:47:24.630" v="2195" actId="20577"/>
          <ac:graphicFrameMkLst>
            <pc:docMk/>
            <pc:sldMk cId="1091350840" sldId="282"/>
            <ac:graphicFrameMk id="5" creationId="{E342D49C-F14E-63AE-27C3-1CE4216A0F2B}"/>
          </ac:graphicFrameMkLst>
        </pc:graphicFrameChg>
      </pc:sldChg>
      <pc:sldChg chg="modSp add mod">
        <pc:chgData name="Tín Lê MKT" userId="68e77276-d07b-41ff-80f1-8ca87a0e901e" providerId="ADAL" clId="{96811037-8553-449A-B483-9B1CD11C8361}" dt="2022-08-26T03:47:49.074" v="2197" actId="20577"/>
        <pc:sldMkLst>
          <pc:docMk/>
          <pc:sldMk cId="1216879887" sldId="283"/>
        </pc:sldMkLst>
        <pc:spChg chg="mod">
          <ac:chgData name="Tín Lê MKT" userId="68e77276-d07b-41ff-80f1-8ca87a0e901e" providerId="ADAL" clId="{96811037-8553-449A-B483-9B1CD11C8361}" dt="2022-08-26T03:47:49.074" v="2197" actId="20577"/>
          <ac:spMkLst>
            <pc:docMk/>
            <pc:sldMk cId="1216879887" sldId="283"/>
            <ac:spMk id="3" creationId="{60C8876E-D565-E2B2-64FF-6DC29301D126}"/>
          </ac:spMkLst>
        </pc:spChg>
        <pc:graphicFrameChg chg="mod modGraphic">
          <ac:chgData name="Tín Lê MKT" userId="68e77276-d07b-41ff-80f1-8ca87a0e901e" providerId="ADAL" clId="{96811037-8553-449A-B483-9B1CD11C8361}" dt="2022-08-26T03:29:20.673" v="2183" actId="121"/>
          <ac:graphicFrameMkLst>
            <pc:docMk/>
            <pc:sldMk cId="1216879887" sldId="283"/>
            <ac:graphicFrameMk id="5" creationId="{E342D49C-F14E-63AE-27C3-1CE4216A0F2B}"/>
          </ac:graphicFrameMkLst>
        </pc:graphicFrameChg>
      </pc:sldChg>
      <pc:sldMasterChg chg="modSldLayout">
        <pc:chgData name="Tín Lê MKT" userId="68e77276-d07b-41ff-80f1-8ca87a0e901e" providerId="ADAL" clId="{96811037-8553-449A-B483-9B1CD11C8361}" dt="2022-08-26T03:29:56.493" v="2193" actId="20577"/>
        <pc:sldMasterMkLst>
          <pc:docMk/>
          <pc:sldMasterMk cId="1377184672" sldId="2147484005"/>
        </pc:sldMasterMkLst>
        <pc:sldLayoutChg chg="modSp mod">
          <pc:chgData name="Tín Lê MKT" userId="68e77276-d07b-41ff-80f1-8ca87a0e901e" providerId="ADAL" clId="{96811037-8553-449A-B483-9B1CD11C8361}" dt="2022-08-26T03:29:49.340" v="2189" actId="20577"/>
          <pc:sldLayoutMkLst>
            <pc:docMk/>
            <pc:sldMasterMk cId="1377184672" sldId="2147484005"/>
            <pc:sldLayoutMk cId="252126941" sldId="2147484008"/>
          </pc:sldLayoutMkLst>
          <pc:spChg chg="mod">
            <ac:chgData name="Tín Lê MKT" userId="68e77276-d07b-41ff-80f1-8ca87a0e901e" providerId="ADAL" clId="{96811037-8553-449A-B483-9B1CD11C8361}" dt="2022-08-26T03:29:49.340" v="2189" actId="20577"/>
            <ac:spMkLst>
              <pc:docMk/>
              <pc:sldMasterMk cId="1377184672" sldId="2147484005"/>
              <pc:sldLayoutMk cId="252126941" sldId="2147484008"/>
              <ac:spMk id="8" creationId="{C7451234-53C9-077B-18AB-CB601D40444C}"/>
            </ac:spMkLst>
          </pc:spChg>
        </pc:sldLayoutChg>
        <pc:sldLayoutChg chg="modSp mod">
          <pc:chgData name="Tín Lê MKT" userId="68e77276-d07b-41ff-80f1-8ca87a0e901e" providerId="ADAL" clId="{96811037-8553-449A-B483-9B1CD11C8361}" dt="2022-08-26T03:29:56.493" v="2193" actId="20577"/>
          <pc:sldLayoutMkLst>
            <pc:docMk/>
            <pc:sldMasterMk cId="1377184672" sldId="2147484005"/>
            <pc:sldLayoutMk cId="0" sldId="2147484011"/>
          </pc:sldLayoutMkLst>
          <pc:spChg chg="mod">
            <ac:chgData name="Tín Lê MKT" userId="68e77276-d07b-41ff-80f1-8ca87a0e901e" providerId="ADAL" clId="{96811037-8553-449A-B483-9B1CD11C8361}" dt="2022-08-26T03:29:56.493" v="2193" actId="20577"/>
            <ac:spMkLst>
              <pc:docMk/>
              <pc:sldMasterMk cId="1377184672" sldId="2147484005"/>
              <pc:sldLayoutMk cId="0" sldId="2147484011"/>
              <ac:spMk id="9" creationId="{BBC4FD7D-17B8-7CBA-FF0E-0B24F51E5A32}"/>
            </ac:spMkLst>
          </pc:spChg>
        </pc:sldLayoutChg>
      </pc:sldMasterChg>
    </pc:docChg>
  </pc:docChgLst>
  <pc:docChgLst>
    <pc:chgData name="Tín Lê MKT" userId="68e77276-d07b-41ff-80f1-8ca87a0e901e" providerId="ADAL" clId="{3E0D9A32-37E2-43AD-9C46-E8BDE4F77AB4}"/>
    <pc:docChg chg="undo custSel addSld delSld modSld sldOrd">
      <pc:chgData name="Tín Lê MKT" userId="68e77276-d07b-41ff-80f1-8ca87a0e901e" providerId="ADAL" clId="{3E0D9A32-37E2-43AD-9C46-E8BDE4F77AB4}" dt="2022-08-26T10:26:10.382" v="1248" actId="20577"/>
      <pc:docMkLst>
        <pc:docMk/>
      </pc:docMkLst>
      <pc:sldChg chg="modSp mod">
        <pc:chgData name="Tín Lê MKT" userId="68e77276-d07b-41ff-80f1-8ca87a0e901e" providerId="ADAL" clId="{3E0D9A32-37E2-43AD-9C46-E8BDE4F77AB4}" dt="2022-08-26T09:13:41.971" v="1113" actId="14100"/>
        <pc:sldMkLst>
          <pc:docMk/>
          <pc:sldMk cId="797121902" sldId="256"/>
        </pc:sldMkLst>
        <pc:spChg chg="mod">
          <ac:chgData name="Tín Lê MKT" userId="68e77276-d07b-41ff-80f1-8ca87a0e901e" providerId="ADAL" clId="{3E0D9A32-37E2-43AD-9C46-E8BDE4F77AB4}" dt="2022-08-26T09:13:41.971" v="1113" actId="14100"/>
          <ac:spMkLst>
            <pc:docMk/>
            <pc:sldMk cId="797121902" sldId="256"/>
            <ac:spMk id="4" creationId="{52F3B1CD-97C3-CC37-07CA-F8F7CDBEC740}"/>
          </ac:spMkLst>
        </pc:spChg>
      </pc:sldChg>
      <pc:sldChg chg="modSp mod">
        <pc:chgData name="Tín Lê MKT" userId="68e77276-d07b-41ff-80f1-8ca87a0e901e" providerId="ADAL" clId="{3E0D9A32-37E2-43AD-9C46-E8BDE4F77AB4}" dt="2022-08-26T09:22:35.488" v="1181" actId="2711"/>
        <pc:sldMkLst>
          <pc:docMk/>
          <pc:sldMk cId="105097713" sldId="257"/>
        </pc:sldMkLst>
        <pc:spChg chg="mod">
          <ac:chgData name="Tín Lê MKT" userId="68e77276-d07b-41ff-80f1-8ca87a0e901e" providerId="ADAL" clId="{3E0D9A32-37E2-43AD-9C46-E8BDE4F77AB4}" dt="2022-08-26T09:22:35.488" v="1181" actId="2711"/>
          <ac:spMkLst>
            <pc:docMk/>
            <pc:sldMk cId="105097713" sldId="257"/>
            <ac:spMk id="3" creationId="{CD37DF99-A24C-5EB2-10AE-D0DFA7481ABF}"/>
          </ac:spMkLst>
        </pc:spChg>
        <pc:spChg chg="mod">
          <ac:chgData name="Tín Lê MKT" userId="68e77276-d07b-41ff-80f1-8ca87a0e901e" providerId="ADAL" clId="{3E0D9A32-37E2-43AD-9C46-E8BDE4F77AB4}" dt="2022-08-26T09:13:50.649" v="1115" actId="2711"/>
          <ac:spMkLst>
            <pc:docMk/>
            <pc:sldMk cId="105097713" sldId="257"/>
            <ac:spMk id="4" creationId="{5C8FA709-2F6F-2D4A-DAC8-22AAE304F454}"/>
          </ac:spMkLst>
        </pc:spChg>
      </pc:sldChg>
      <pc:sldChg chg="modSp mod">
        <pc:chgData name="Tín Lê MKT" userId="68e77276-d07b-41ff-80f1-8ca87a0e901e" providerId="ADAL" clId="{3E0D9A32-37E2-43AD-9C46-E8BDE4F77AB4}" dt="2022-08-26T09:14:14.499" v="1116" actId="2711"/>
        <pc:sldMkLst>
          <pc:docMk/>
          <pc:sldMk cId="96208269" sldId="258"/>
        </pc:sldMkLst>
        <pc:spChg chg="mod">
          <ac:chgData name="Tín Lê MKT" userId="68e77276-d07b-41ff-80f1-8ca87a0e901e" providerId="ADAL" clId="{3E0D9A32-37E2-43AD-9C46-E8BDE4F77AB4}" dt="2022-08-26T09:14:14.499" v="1116" actId="2711"/>
          <ac:spMkLst>
            <pc:docMk/>
            <pc:sldMk cId="96208269" sldId="258"/>
            <ac:spMk id="3" creationId="{479A532C-1323-0427-37E5-51D377798D41}"/>
          </ac:spMkLst>
        </pc:spChg>
      </pc:sldChg>
      <pc:sldChg chg="modSp mod">
        <pc:chgData name="Tín Lê MKT" userId="68e77276-d07b-41ff-80f1-8ca87a0e901e" providerId="ADAL" clId="{3E0D9A32-37E2-43AD-9C46-E8BDE4F77AB4}" dt="2022-08-26T09:23:42.159" v="1212" actId="20577"/>
        <pc:sldMkLst>
          <pc:docMk/>
          <pc:sldMk cId="2248281046" sldId="259"/>
        </pc:sldMkLst>
        <pc:spChg chg="mod">
          <ac:chgData name="Tín Lê MKT" userId="68e77276-d07b-41ff-80f1-8ca87a0e901e" providerId="ADAL" clId="{3E0D9A32-37E2-43AD-9C46-E8BDE4F77AB4}" dt="2022-08-26T09:23:42.159" v="1212" actId="20577"/>
          <ac:spMkLst>
            <pc:docMk/>
            <pc:sldMk cId="2248281046" sldId="259"/>
            <ac:spMk id="3" creationId="{31453684-3164-3BA7-B71E-DE00E2D6167B}"/>
          </ac:spMkLst>
        </pc:spChg>
        <pc:spChg chg="mod">
          <ac:chgData name="Tín Lê MKT" userId="68e77276-d07b-41ff-80f1-8ca87a0e901e" providerId="ADAL" clId="{3E0D9A32-37E2-43AD-9C46-E8BDE4F77AB4}" dt="2022-08-26T09:12:58.730" v="1110" actId="14100"/>
          <ac:spMkLst>
            <pc:docMk/>
            <pc:sldMk cId="2248281046" sldId="259"/>
            <ac:spMk id="4" creationId="{76CCC0F9-9C08-468A-87C3-208B943FA03F}"/>
          </ac:spMkLst>
        </pc:spChg>
        <pc:picChg chg="mod modCrop">
          <ac:chgData name="Tín Lê MKT" userId="68e77276-d07b-41ff-80f1-8ca87a0e901e" providerId="ADAL" clId="{3E0D9A32-37E2-43AD-9C46-E8BDE4F77AB4}" dt="2022-08-26T09:11:30.914" v="1093" actId="732"/>
          <ac:picMkLst>
            <pc:docMk/>
            <pc:sldMk cId="2248281046" sldId="259"/>
            <ac:picMk id="5" creationId="{4046DA3B-B70E-E1C2-96FD-297B00D6BD81}"/>
          </ac:picMkLst>
        </pc:picChg>
      </pc:sldChg>
      <pc:sldChg chg="modSp mod">
        <pc:chgData name="Tín Lê MKT" userId="68e77276-d07b-41ff-80f1-8ca87a0e901e" providerId="ADAL" clId="{3E0D9A32-37E2-43AD-9C46-E8BDE4F77AB4}" dt="2022-08-26T09:24:11.719" v="1213" actId="2711"/>
        <pc:sldMkLst>
          <pc:docMk/>
          <pc:sldMk cId="1719874328" sldId="262"/>
        </pc:sldMkLst>
        <pc:spChg chg="mod">
          <ac:chgData name="Tín Lê MKT" userId="68e77276-d07b-41ff-80f1-8ca87a0e901e" providerId="ADAL" clId="{3E0D9A32-37E2-43AD-9C46-E8BDE4F77AB4}" dt="2022-08-26T09:24:11.719" v="1213" actId="2711"/>
          <ac:spMkLst>
            <pc:docMk/>
            <pc:sldMk cId="1719874328" sldId="262"/>
            <ac:spMk id="16" creationId="{00F4433B-C065-9873-12DA-B7DB8C2AA9B2}"/>
          </ac:spMkLst>
        </pc:spChg>
      </pc:sldChg>
      <pc:sldChg chg="addSp delSp modSp mod">
        <pc:chgData name="Tín Lê MKT" userId="68e77276-d07b-41ff-80f1-8ca87a0e901e" providerId="ADAL" clId="{3E0D9A32-37E2-43AD-9C46-E8BDE4F77AB4}" dt="2022-08-26T09:26:43.889" v="1214"/>
        <pc:sldMkLst>
          <pc:docMk/>
          <pc:sldMk cId="1721864704" sldId="263"/>
        </pc:sldMkLst>
        <pc:picChg chg="add del mod">
          <ac:chgData name="Tín Lê MKT" userId="68e77276-d07b-41ff-80f1-8ca87a0e901e" providerId="ADAL" clId="{3E0D9A32-37E2-43AD-9C46-E8BDE4F77AB4}" dt="2022-08-26T09:02:44.045" v="1020" actId="478"/>
          <ac:picMkLst>
            <pc:docMk/>
            <pc:sldMk cId="1721864704" sldId="263"/>
            <ac:picMk id="3" creationId="{EFDEDB1D-6683-8174-23CE-01F87B230642}"/>
          </ac:picMkLst>
        </pc:picChg>
        <pc:picChg chg="add del mod">
          <ac:chgData name="Tín Lê MKT" userId="68e77276-d07b-41ff-80f1-8ca87a0e901e" providerId="ADAL" clId="{3E0D9A32-37E2-43AD-9C46-E8BDE4F77AB4}" dt="2022-08-26T09:09:45.015" v="1077" actId="478"/>
          <ac:picMkLst>
            <pc:docMk/>
            <pc:sldMk cId="1721864704" sldId="263"/>
            <ac:picMk id="6" creationId="{C4B21ECD-916E-E552-4345-0A04546795E2}"/>
          </ac:picMkLst>
        </pc:picChg>
        <pc:picChg chg="del">
          <ac:chgData name="Tín Lê MKT" userId="68e77276-d07b-41ff-80f1-8ca87a0e901e" providerId="ADAL" clId="{3E0D9A32-37E2-43AD-9C46-E8BDE4F77AB4}" dt="2022-08-26T09:02:22.009" v="1013" actId="478"/>
          <ac:picMkLst>
            <pc:docMk/>
            <pc:sldMk cId="1721864704" sldId="263"/>
            <ac:picMk id="8" creationId="{3DAFBBE8-25F9-8AF6-D43A-01AD2932AEC9}"/>
          </ac:picMkLst>
        </pc:picChg>
        <pc:picChg chg="add mod">
          <ac:chgData name="Tín Lê MKT" userId="68e77276-d07b-41ff-80f1-8ca87a0e901e" providerId="ADAL" clId="{3E0D9A32-37E2-43AD-9C46-E8BDE4F77AB4}" dt="2022-08-26T09:07:07.281" v="1076" actId="14100"/>
          <ac:picMkLst>
            <pc:docMk/>
            <pc:sldMk cId="1721864704" sldId="263"/>
            <ac:picMk id="9" creationId="{F5D9B89A-294A-05C9-8D17-FD03A5885E67}"/>
          </ac:picMkLst>
        </pc:picChg>
        <pc:picChg chg="del">
          <ac:chgData name="Tín Lê MKT" userId="68e77276-d07b-41ff-80f1-8ca87a0e901e" providerId="ADAL" clId="{3E0D9A32-37E2-43AD-9C46-E8BDE4F77AB4}" dt="2022-08-26T09:02:59.835" v="1026" actId="478"/>
          <ac:picMkLst>
            <pc:docMk/>
            <pc:sldMk cId="1721864704" sldId="263"/>
            <ac:picMk id="10" creationId="{4179BB80-66B2-F485-36EA-79AF3927DBF3}"/>
          </ac:picMkLst>
        </pc:picChg>
        <pc:picChg chg="add mod">
          <ac:chgData name="Tín Lê MKT" userId="68e77276-d07b-41ff-80f1-8ca87a0e901e" providerId="ADAL" clId="{3E0D9A32-37E2-43AD-9C46-E8BDE4F77AB4}" dt="2022-08-26T09:26:43.889" v="1214"/>
          <ac:picMkLst>
            <pc:docMk/>
            <pc:sldMk cId="1721864704" sldId="263"/>
            <ac:picMk id="12" creationId="{0C8B66E9-F488-532C-BB94-4E2EAE4C27E6}"/>
          </ac:picMkLst>
        </pc:picChg>
      </pc:sldChg>
      <pc:sldChg chg="modSp mod">
        <pc:chgData name="Tín Lê MKT" userId="68e77276-d07b-41ff-80f1-8ca87a0e901e" providerId="ADAL" clId="{3E0D9A32-37E2-43AD-9C46-E8BDE4F77AB4}" dt="2022-08-26T09:14:35.490" v="1118" actId="14100"/>
        <pc:sldMkLst>
          <pc:docMk/>
          <pc:sldMk cId="2892510896" sldId="264"/>
        </pc:sldMkLst>
        <pc:spChg chg="mod">
          <ac:chgData name="Tín Lê MKT" userId="68e77276-d07b-41ff-80f1-8ca87a0e901e" providerId="ADAL" clId="{3E0D9A32-37E2-43AD-9C46-E8BDE4F77AB4}" dt="2022-08-26T09:14:35.490" v="1118" actId="14100"/>
          <ac:spMkLst>
            <pc:docMk/>
            <pc:sldMk cId="2892510896" sldId="264"/>
            <ac:spMk id="3" creationId="{479A532C-1323-0427-37E5-51D377798D41}"/>
          </ac:spMkLst>
        </pc:spChg>
      </pc:sldChg>
      <pc:sldChg chg="modSp mod">
        <pc:chgData name="Tín Lê MKT" userId="68e77276-d07b-41ff-80f1-8ca87a0e901e" providerId="ADAL" clId="{3E0D9A32-37E2-43AD-9C46-E8BDE4F77AB4}" dt="2022-08-26T09:16:30.820" v="1123" actId="20577"/>
        <pc:sldMkLst>
          <pc:docMk/>
          <pc:sldMk cId="3478779367" sldId="267"/>
        </pc:sldMkLst>
        <pc:spChg chg="mod">
          <ac:chgData name="Tín Lê MKT" userId="68e77276-d07b-41ff-80f1-8ca87a0e901e" providerId="ADAL" clId="{3E0D9A32-37E2-43AD-9C46-E8BDE4F77AB4}" dt="2022-08-26T09:16:30.820" v="1123" actId="20577"/>
          <ac:spMkLst>
            <pc:docMk/>
            <pc:sldMk cId="3478779367" sldId="267"/>
            <ac:spMk id="2" creationId="{653D2FFF-EBB7-CC4B-9E2B-98197189872F}"/>
          </ac:spMkLst>
        </pc:spChg>
        <pc:spChg chg="mod">
          <ac:chgData name="Tín Lê MKT" userId="68e77276-d07b-41ff-80f1-8ca87a0e901e" providerId="ADAL" clId="{3E0D9A32-37E2-43AD-9C46-E8BDE4F77AB4}" dt="2022-08-26T09:16:22.638" v="1122" actId="2711"/>
          <ac:spMkLst>
            <pc:docMk/>
            <pc:sldMk cId="3478779367" sldId="267"/>
            <ac:spMk id="3" creationId="{0D694281-EBE8-3CF2-F013-1E8305FD0CC8}"/>
          </ac:spMkLst>
        </pc:spChg>
      </pc:sldChg>
      <pc:sldChg chg="modSp del mod">
        <pc:chgData name="Tín Lê MKT" userId="68e77276-d07b-41ff-80f1-8ca87a0e901e" providerId="ADAL" clId="{3E0D9A32-37E2-43AD-9C46-E8BDE4F77AB4}" dt="2022-08-26T10:00:07.813" v="1231" actId="47"/>
        <pc:sldMkLst>
          <pc:docMk/>
          <pc:sldMk cId="645927292" sldId="270"/>
        </pc:sldMkLst>
        <pc:spChg chg="mod">
          <ac:chgData name="Tín Lê MKT" userId="68e77276-d07b-41ff-80f1-8ca87a0e901e" providerId="ADAL" clId="{3E0D9A32-37E2-43AD-9C46-E8BDE4F77AB4}" dt="2022-08-26T09:16:08.100" v="1119" actId="2711"/>
          <ac:spMkLst>
            <pc:docMk/>
            <pc:sldMk cId="645927292" sldId="270"/>
            <ac:spMk id="2" creationId="{966CF61D-0E79-9FFC-1961-06BDF8A88B1C}"/>
          </ac:spMkLst>
        </pc:spChg>
        <pc:spChg chg="mod">
          <ac:chgData name="Tín Lê MKT" userId="68e77276-d07b-41ff-80f1-8ca87a0e901e" providerId="ADAL" clId="{3E0D9A32-37E2-43AD-9C46-E8BDE4F77AB4}" dt="2022-08-26T09:16:16.117" v="1121" actId="113"/>
          <ac:spMkLst>
            <pc:docMk/>
            <pc:sldMk cId="645927292" sldId="270"/>
            <ac:spMk id="31" creationId="{FD577965-8E2C-55EC-E97A-03B72948FC8E}"/>
          </ac:spMkLst>
        </pc:spChg>
      </pc:sldChg>
      <pc:sldChg chg="modSp del mod">
        <pc:chgData name="Tín Lê MKT" userId="68e77276-d07b-41ff-80f1-8ca87a0e901e" providerId="ADAL" clId="{3E0D9A32-37E2-43AD-9C46-E8BDE4F77AB4}" dt="2022-08-26T10:01:01.433" v="1245" actId="47"/>
        <pc:sldMkLst>
          <pc:docMk/>
          <pc:sldMk cId="2430772820" sldId="274"/>
        </pc:sldMkLst>
        <pc:spChg chg="mod">
          <ac:chgData name="Tín Lê MKT" userId="68e77276-d07b-41ff-80f1-8ca87a0e901e" providerId="ADAL" clId="{3E0D9A32-37E2-43AD-9C46-E8BDE4F77AB4}" dt="2022-08-26T09:17:30.607" v="1126" actId="14100"/>
          <ac:spMkLst>
            <pc:docMk/>
            <pc:sldMk cId="2430772820" sldId="274"/>
            <ac:spMk id="2" creationId="{EA7A5400-68DF-B6E8-B5AC-B35FF9940128}"/>
          </ac:spMkLst>
        </pc:spChg>
        <pc:spChg chg="mod">
          <ac:chgData name="Tín Lê MKT" userId="68e77276-d07b-41ff-80f1-8ca87a0e901e" providerId="ADAL" clId="{3E0D9A32-37E2-43AD-9C46-E8BDE4F77AB4}" dt="2022-08-26T09:30:54.118" v="1217" actId="255"/>
          <ac:spMkLst>
            <pc:docMk/>
            <pc:sldMk cId="2430772820" sldId="274"/>
            <ac:spMk id="9" creationId="{B25AF1CD-ADEB-80A4-B7FB-7D28C264E3D9}"/>
          </ac:spMkLst>
        </pc:spChg>
        <pc:picChg chg="mod">
          <ac:chgData name="Tín Lê MKT" userId="68e77276-d07b-41ff-80f1-8ca87a0e901e" providerId="ADAL" clId="{3E0D9A32-37E2-43AD-9C46-E8BDE4F77AB4}" dt="2022-08-26T09:31:05.988" v="1222" actId="1076"/>
          <ac:picMkLst>
            <pc:docMk/>
            <pc:sldMk cId="2430772820" sldId="274"/>
            <ac:picMk id="6" creationId="{EFE40C51-4843-1425-5AB2-61D6C1BA0E55}"/>
          </ac:picMkLst>
        </pc:picChg>
        <pc:picChg chg="mod">
          <ac:chgData name="Tín Lê MKT" userId="68e77276-d07b-41ff-80f1-8ca87a0e901e" providerId="ADAL" clId="{3E0D9A32-37E2-43AD-9C46-E8BDE4F77AB4}" dt="2022-08-26T09:31:08.089" v="1223" actId="1076"/>
          <ac:picMkLst>
            <pc:docMk/>
            <pc:sldMk cId="2430772820" sldId="274"/>
            <ac:picMk id="7" creationId="{C8E5D31F-F126-BFE2-5AA9-FEB190F8D640}"/>
          </ac:picMkLst>
        </pc:picChg>
        <pc:picChg chg="mod">
          <ac:chgData name="Tín Lê MKT" userId="68e77276-d07b-41ff-80f1-8ca87a0e901e" providerId="ADAL" clId="{3E0D9A32-37E2-43AD-9C46-E8BDE4F77AB4}" dt="2022-08-26T09:31:09.958" v="1224" actId="1076"/>
          <ac:picMkLst>
            <pc:docMk/>
            <pc:sldMk cId="2430772820" sldId="274"/>
            <ac:picMk id="8" creationId="{65556FB9-1943-481F-E3BD-8076926734D6}"/>
          </ac:picMkLst>
        </pc:picChg>
      </pc:sldChg>
      <pc:sldChg chg="modSp del mod">
        <pc:chgData name="Tín Lê MKT" userId="68e77276-d07b-41ff-80f1-8ca87a0e901e" providerId="ADAL" clId="{3E0D9A32-37E2-43AD-9C46-E8BDE4F77AB4}" dt="2022-08-26T10:00:36.383" v="1238" actId="47"/>
        <pc:sldMkLst>
          <pc:docMk/>
          <pc:sldMk cId="1047314837" sldId="280"/>
        </pc:sldMkLst>
        <pc:spChg chg="mod">
          <ac:chgData name="Tín Lê MKT" userId="68e77276-d07b-41ff-80f1-8ca87a0e901e" providerId="ADAL" clId="{3E0D9A32-37E2-43AD-9C46-E8BDE4F77AB4}" dt="2022-08-26T09:17:15.675" v="1124" actId="2711"/>
          <ac:spMkLst>
            <pc:docMk/>
            <pc:sldMk cId="1047314837" sldId="280"/>
            <ac:spMk id="2" creationId="{6AAE09F0-C56F-4A60-969E-8F5CB963F73B}"/>
          </ac:spMkLst>
        </pc:spChg>
        <pc:spChg chg="mod">
          <ac:chgData name="Tín Lê MKT" userId="68e77276-d07b-41ff-80f1-8ca87a0e901e" providerId="ADAL" clId="{3E0D9A32-37E2-43AD-9C46-E8BDE4F77AB4}" dt="2022-08-26T09:30:35.598" v="1216" actId="14100"/>
          <ac:spMkLst>
            <pc:docMk/>
            <pc:sldMk cId="1047314837" sldId="280"/>
            <ac:spMk id="14" creationId="{1376AF77-DE23-B0B5-2AFB-6EDBA72EFC55}"/>
          </ac:spMkLst>
        </pc:spChg>
      </pc:sldChg>
      <pc:sldChg chg="modSp mod">
        <pc:chgData name="Tín Lê MKT" userId="68e77276-d07b-41ff-80f1-8ca87a0e901e" providerId="ADAL" clId="{3E0D9A32-37E2-43AD-9C46-E8BDE4F77AB4}" dt="2022-08-26T09:17:37.634" v="1127" actId="2711"/>
        <pc:sldMkLst>
          <pc:docMk/>
          <pc:sldMk cId="3618054077" sldId="281"/>
        </pc:sldMkLst>
        <pc:spChg chg="mod">
          <ac:chgData name="Tín Lê MKT" userId="68e77276-d07b-41ff-80f1-8ca87a0e901e" providerId="ADAL" clId="{3E0D9A32-37E2-43AD-9C46-E8BDE4F77AB4}" dt="2022-08-26T09:17:37.634" v="1127" actId="2711"/>
          <ac:spMkLst>
            <pc:docMk/>
            <pc:sldMk cId="3618054077" sldId="281"/>
            <ac:spMk id="3" creationId="{479A532C-1323-0427-37E5-51D377798D41}"/>
          </ac:spMkLst>
        </pc:spChg>
      </pc:sldChg>
      <pc:sldChg chg="addSp delSp modSp del mod modShow">
        <pc:chgData name="Tín Lê MKT" userId="68e77276-d07b-41ff-80f1-8ca87a0e901e" providerId="ADAL" clId="{3E0D9A32-37E2-43AD-9C46-E8BDE4F77AB4}" dt="2022-08-26T10:03:47.488" v="1246" actId="47"/>
        <pc:sldMkLst>
          <pc:docMk/>
          <pc:sldMk cId="1216879887" sldId="283"/>
        </pc:sldMkLst>
        <pc:spChg chg="add del mod">
          <ac:chgData name="Tín Lê MKT" userId="68e77276-d07b-41ff-80f1-8ca87a0e901e" providerId="ADAL" clId="{3E0D9A32-37E2-43AD-9C46-E8BDE4F77AB4}" dt="2022-08-26T09:21:34.642" v="1180" actId="478"/>
          <ac:spMkLst>
            <pc:docMk/>
            <pc:sldMk cId="1216879887" sldId="283"/>
            <ac:spMk id="2" creationId="{DBAC39FC-6DE0-1348-4FD0-D8B2BACB0E33}"/>
          </ac:spMkLst>
        </pc:spChg>
        <pc:spChg chg="mod">
          <ac:chgData name="Tín Lê MKT" userId="68e77276-d07b-41ff-80f1-8ca87a0e901e" providerId="ADAL" clId="{3E0D9A32-37E2-43AD-9C46-E8BDE4F77AB4}" dt="2022-08-26T09:17:41.743" v="1128" actId="2711"/>
          <ac:spMkLst>
            <pc:docMk/>
            <pc:sldMk cId="1216879887" sldId="283"/>
            <ac:spMk id="3" creationId="{60C8876E-D565-E2B2-64FF-6DC29301D126}"/>
          </ac:spMkLst>
        </pc:spChg>
        <pc:graphicFrameChg chg="mod modGraphic">
          <ac:chgData name="Tín Lê MKT" userId="68e77276-d07b-41ff-80f1-8ca87a0e901e" providerId="ADAL" clId="{3E0D9A32-37E2-43AD-9C46-E8BDE4F77AB4}" dt="2022-08-26T09:18:02.334" v="1131" actId="2711"/>
          <ac:graphicFrameMkLst>
            <pc:docMk/>
            <pc:sldMk cId="1216879887" sldId="283"/>
            <ac:graphicFrameMk id="5" creationId="{E342D49C-F14E-63AE-27C3-1CE4216A0F2B}"/>
          </ac:graphicFrameMkLst>
        </pc:graphicFrameChg>
      </pc:sldChg>
      <pc:sldChg chg="modSp add mod">
        <pc:chgData name="Tín Lê MKT" userId="68e77276-d07b-41ff-80f1-8ca87a0e901e" providerId="ADAL" clId="{3E0D9A32-37E2-43AD-9C46-E8BDE4F77AB4}" dt="2022-08-26T10:26:10.382" v="1248" actId="20577"/>
        <pc:sldMkLst>
          <pc:docMk/>
          <pc:sldMk cId="2165064798" sldId="284"/>
        </pc:sldMkLst>
        <pc:spChg chg="mod">
          <ac:chgData name="Tín Lê MKT" userId="68e77276-d07b-41ff-80f1-8ca87a0e901e" providerId="ADAL" clId="{3E0D9A32-37E2-43AD-9C46-E8BDE4F77AB4}" dt="2022-08-26T09:17:47.349" v="1129" actId="2711"/>
          <ac:spMkLst>
            <pc:docMk/>
            <pc:sldMk cId="2165064798" sldId="284"/>
            <ac:spMk id="3" creationId="{60C8876E-D565-E2B2-64FF-6DC29301D126}"/>
          </ac:spMkLst>
        </pc:spChg>
        <pc:graphicFrameChg chg="modGraphic">
          <ac:chgData name="Tín Lê MKT" userId="68e77276-d07b-41ff-80f1-8ca87a0e901e" providerId="ADAL" clId="{3E0D9A32-37E2-43AD-9C46-E8BDE4F77AB4}" dt="2022-08-26T10:26:10.382" v="1248" actId="20577"/>
          <ac:graphicFrameMkLst>
            <pc:docMk/>
            <pc:sldMk cId="2165064798" sldId="284"/>
            <ac:graphicFrameMk id="5" creationId="{E342D49C-F14E-63AE-27C3-1CE4216A0F2B}"/>
          </ac:graphicFrameMkLst>
        </pc:graphicFrameChg>
      </pc:sldChg>
      <pc:sldChg chg="addSp delSp modSp new mod ord">
        <pc:chgData name="Tín Lê MKT" userId="68e77276-d07b-41ff-80f1-8ca87a0e901e" providerId="ADAL" clId="{3E0D9A32-37E2-43AD-9C46-E8BDE4F77AB4}" dt="2022-08-26T09:04:34.150" v="1034"/>
        <pc:sldMkLst>
          <pc:docMk/>
          <pc:sldMk cId="2042071556" sldId="285"/>
        </pc:sldMkLst>
        <pc:spChg chg="del">
          <ac:chgData name="Tín Lê MKT" userId="68e77276-d07b-41ff-80f1-8ca87a0e901e" providerId="ADAL" clId="{3E0D9A32-37E2-43AD-9C46-E8BDE4F77AB4}" dt="2022-08-26T08:37:19.313" v="821"/>
          <ac:spMkLst>
            <pc:docMk/>
            <pc:sldMk cId="2042071556" sldId="285"/>
            <ac:spMk id="2" creationId="{E665870C-8F5A-E025-EFB7-72C79A55BE7E}"/>
          </ac:spMkLst>
        </pc:spChg>
        <pc:spChg chg="del">
          <ac:chgData name="Tín Lê MKT" userId="68e77276-d07b-41ff-80f1-8ca87a0e901e" providerId="ADAL" clId="{3E0D9A32-37E2-43AD-9C46-E8BDE4F77AB4}" dt="2022-08-26T08:38:14.506" v="839" actId="478"/>
          <ac:spMkLst>
            <pc:docMk/>
            <pc:sldMk cId="2042071556" sldId="285"/>
            <ac:spMk id="3" creationId="{7E9616C2-52FF-B6A3-72C5-A7FDB7DD9D36}"/>
          </ac:spMkLst>
        </pc:spChg>
        <pc:spChg chg="add del mod">
          <ac:chgData name="Tín Lê MKT" userId="68e77276-d07b-41ff-80f1-8ca87a0e901e" providerId="ADAL" clId="{3E0D9A32-37E2-43AD-9C46-E8BDE4F77AB4}" dt="2022-08-26T08:52:50.374" v="968"/>
          <ac:spMkLst>
            <pc:docMk/>
            <pc:sldMk cId="2042071556" sldId="285"/>
            <ac:spMk id="28" creationId="{A71ADF31-D5BA-DB23-AEF0-C901BF2DAB35}"/>
          </ac:spMkLst>
        </pc:spChg>
        <pc:spChg chg="add del mod">
          <ac:chgData name="Tín Lê MKT" userId="68e77276-d07b-41ff-80f1-8ca87a0e901e" providerId="ADAL" clId="{3E0D9A32-37E2-43AD-9C46-E8BDE4F77AB4}" dt="2022-08-26T08:52:55.169" v="970"/>
          <ac:spMkLst>
            <pc:docMk/>
            <pc:sldMk cId="2042071556" sldId="285"/>
            <ac:spMk id="32" creationId="{24F47782-A93E-F751-B502-D66EE50EFBF5}"/>
          </ac:spMkLst>
        </pc:spChg>
        <pc:picChg chg="add del mod ord modCrop">
          <ac:chgData name="Tín Lê MKT" userId="68e77276-d07b-41ff-80f1-8ca87a0e901e" providerId="ADAL" clId="{3E0D9A32-37E2-43AD-9C46-E8BDE4F77AB4}" dt="2022-08-26T08:52:40.482" v="967" actId="478"/>
          <ac:picMkLst>
            <pc:docMk/>
            <pc:sldMk cId="2042071556" sldId="285"/>
            <ac:picMk id="6" creationId="{F4F44100-D5C2-0985-C56F-621F03520997}"/>
          </ac:picMkLst>
        </pc:picChg>
        <pc:picChg chg="add mod ord">
          <ac:chgData name="Tín Lê MKT" userId="68e77276-d07b-41ff-80f1-8ca87a0e901e" providerId="ADAL" clId="{3E0D9A32-37E2-43AD-9C46-E8BDE4F77AB4}" dt="2022-08-26T08:53:41.475" v="988" actId="1076"/>
          <ac:picMkLst>
            <pc:docMk/>
            <pc:sldMk cId="2042071556" sldId="285"/>
            <ac:picMk id="8" creationId="{41D4D6FA-28BF-03AD-1046-5C3889920E1B}"/>
          </ac:picMkLst>
        </pc:picChg>
        <pc:picChg chg="add del mod">
          <ac:chgData name="Tín Lê MKT" userId="68e77276-d07b-41ff-80f1-8ca87a0e901e" providerId="ADAL" clId="{3E0D9A32-37E2-43AD-9C46-E8BDE4F77AB4}" dt="2022-08-26T09:00:38.144" v="1011" actId="478"/>
          <ac:picMkLst>
            <pc:docMk/>
            <pc:sldMk cId="2042071556" sldId="285"/>
            <ac:picMk id="10" creationId="{5EC160BA-3392-4254-299F-597B60ECE385}"/>
          </ac:picMkLst>
        </pc:picChg>
        <pc:picChg chg="add del mod">
          <ac:chgData name="Tín Lê MKT" userId="68e77276-d07b-41ff-80f1-8ca87a0e901e" providerId="ADAL" clId="{3E0D9A32-37E2-43AD-9C46-E8BDE4F77AB4}" dt="2022-08-26T08:38:34.106" v="856" actId="478"/>
          <ac:picMkLst>
            <pc:docMk/>
            <pc:sldMk cId="2042071556" sldId="285"/>
            <ac:picMk id="11" creationId="{F59E256D-02D0-300C-D890-9E126D24C730}"/>
          </ac:picMkLst>
        </pc:picChg>
        <pc:picChg chg="add del mod">
          <ac:chgData name="Tín Lê MKT" userId="68e77276-d07b-41ff-80f1-8ca87a0e901e" providerId="ADAL" clId="{3E0D9A32-37E2-43AD-9C46-E8BDE4F77AB4}" dt="2022-08-26T08:38:33.682" v="855" actId="478"/>
          <ac:picMkLst>
            <pc:docMk/>
            <pc:sldMk cId="2042071556" sldId="285"/>
            <ac:picMk id="12" creationId="{AB90B7F2-8BCD-E87C-6F6F-09B2F732FD55}"/>
          </ac:picMkLst>
        </pc:picChg>
        <pc:picChg chg="add del mod">
          <ac:chgData name="Tín Lê MKT" userId="68e77276-d07b-41ff-80f1-8ca87a0e901e" providerId="ADAL" clId="{3E0D9A32-37E2-43AD-9C46-E8BDE4F77AB4}" dt="2022-08-26T08:38:33.243" v="854" actId="478"/>
          <ac:picMkLst>
            <pc:docMk/>
            <pc:sldMk cId="2042071556" sldId="285"/>
            <ac:picMk id="13" creationId="{222C11DE-A368-3E89-A334-5C7CC920C09D}"/>
          </ac:picMkLst>
        </pc:picChg>
        <pc:picChg chg="add del mod">
          <ac:chgData name="Tín Lê MKT" userId="68e77276-d07b-41ff-80f1-8ca87a0e901e" providerId="ADAL" clId="{3E0D9A32-37E2-43AD-9C46-E8BDE4F77AB4}" dt="2022-08-26T08:38:32.794" v="853" actId="478"/>
          <ac:picMkLst>
            <pc:docMk/>
            <pc:sldMk cId="2042071556" sldId="285"/>
            <ac:picMk id="14" creationId="{9F082AE7-9203-02DF-0927-FE3E23407F76}"/>
          </ac:picMkLst>
        </pc:picChg>
        <pc:picChg chg="add mod ord">
          <ac:chgData name="Tín Lê MKT" userId="68e77276-d07b-41ff-80f1-8ca87a0e901e" providerId="ADAL" clId="{3E0D9A32-37E2-43AD-9C46-E8BDE4F77AB4}" dt="2022-08-26T08:54:17.012" v="998" actId="14100"/>
          <ac:picMkLst>
            <pc:docMk/>
            <pc:sldMk cId="2042071556" sldId="285"/>
            <ac:picMk id="16" creationId="{A7AB276C-BA13-6F73-1499-3FF2EC1DEA58}"/>
          </ac:picMkLst>
        </pc:picChg>
        <pc:picChg chg="add del mod">
          <ac:chgData name="Tín Lê MKT" userId="68e77276-d07b-41ff-80f1-8ca87a0e901e" providerId="ADAL" clId="{3E0D9A32-37E2-43AD-9C46-E8BDE4F77AB4}" dt="2022-08-26T08:40:37.996" v="896" actId="478"/>
          <ac:picMkLst>
            <pc:docMk/>
            <pc:sldMk cId="2042071556" sldId="285"/>
            <ac:picMk id="18" creationId="{B13C0F88-D57D-4A5B-57C5-10B55BF91877}"/>
          </ac:picMkLst>
        </pc:picChg>
        <pc:picChg chg="add del mod">
          <ac:chgData name="Tín Lê MKT" userId="68e77276-d07b-41ff-80f1-8ca87a0e901e" providerId="ADAL" clId="{3E0D9A32-37E2-43AD-9C46-E8BDE4F77AB4}" dt="2022-08-26T08:40:43.533" v="901" actId="478"/>
          <ac:picMkLst>
            <pc:docMk/>
            <pc:sldMk cId="2042071556" sldId="285"/>
            <ac:picMk id="20" creationId="{A1346C2A-3D20-FA9B-FD0C-2DE87E418A7C}"/>
          </ac:picMkLst>
        </pc:picChg>
        <pc:picChg chg="add mod">
          <ac:chgData name="Tín Lê MKT" userId="68e77276-d07b-41ff-80f1-8ca87a0e901e" providerId="ADAL" clId="{3E0D9A32-37E2-43AD-9C46-E8BDE4F77AB4}" dt="2022-08-26T08:53:54.425" v="992" actId="1076"/>
          <ac:picMkLst>
            <pc:docMk/>
            <pc:sldMk cId="2042071556" sldId="285"/>
            <ac:picMk id="22" creationId="{6E0C61CB-3E31-022C-431B-32F10CA2EF1B}"/>
          </ac:picMkLst>
        </pc:picChg>
        <pc:picChg chg="add mod modCrop">
          <ac:chgData name="Tín Lê MKT" userId="68e77276-d07b-41ff-80f1-8ca87a0e901e" providerId="ADAL" clId="{3E0D9A32-37E2-43AD-9C46-E8BDE4F77AB4}" dt="2022-08-26T08:54:01.579" v="994" actId="14100"/>
          <ac:picMkLst>
            <pc:docMk/>
            <pc:sldMk cId="2042071556" sldId="285"/>
            <ac:picMk id="24" creationId="{AAB6EE7E-F070-673F-7A74-883DAFEBDA16}"/>
          </ac:picMkLst>
        </pc:picChg>
        <pc:picChg chg="add mod">
          <ac:chgData name="Tín Lê MKT" userId="68e77276-d07b-41ff-80f1-8ca87a0e901e" providerId="ADAL" clId="{3E0D9A32-37E2-43AD-9C46-E8BDE4F77AB4}" dt="2022-08-26T09:00:22.582" v="1010" actId="14100"/>
          <ac:picMkLst>
            <pc:docMk/>
            <pc:sldMk cId="2042071556" sldId="285"/>
            <ac:picMk id="26" creationId="{F8F82CDE-16B2-736D-36C5-65748F747D11}"/>
          </ac:picMkLst>
        </pc:picChg>
        <pc:picChg chg="add del mod">
          <ac:chgData name="Tín Lê MKT" userId="68e77276-d07b-41ff-80f1-8ca87a0e901e" providerId="ADAL" clId="{3E0D9A32-37E2-43AD-9C46-E8BDE4F77AB4}" dt="2022-08-26T08:52:51.848" v="969" actId="478"/>
          <ac:picMkLst>
            <pc:docMk/>
            <pc:sldMk cId="2042071556" sldId="285"/>
            <ac:picMk id="30" creationId="{DF7C7217-28F0-CF24-5FF2-29E4B06D7551}"/>
          </ac:picMkLst>
        </pc:picChg>
        <pc:picChg chg="add mod">
          <ac:chgData name="Tín Lê MKT" userId="68e77276-d07b-41ff-80f1-8ca87a0e901e" providerId="ADAL" clId="{3E0D9A32-37E2-43AD-9C46-E8BDE4F77AB4}" dt="2022-08-26T09:00:11.487" v="1008" actId="14100"/>
          <ac:picMkLst>
            <pc:docMk/>
            <pc:sldMk cId="2042071556" sldId="285"/>
            <ac:picMk id="34" creationId="{CA230ADB-4BAC-C7B3-8849-313017917994}"/>
          </ac:picMkLst>
        </pc:picChg>
      </pc:sldChg>
      <pc:sldChg chg="addSp delSp modSp new mod">
        <pc:chgData name="Tín Lê MKT" userId="68e77276-d07b-41ff-80f1-8ca87a0e901e" providerId="ADAL" clId="{3E0D9A32-37E2-43AD-9C46-E8BDE4F77AB4}" dt="2022-08-26T09:06:40.168" v="1074" actId="732"/>
        <pc:sldMkLst>
          <pc:docMk/>
          <pc:sldMk cId="3785051159" sldId="286"/>
        </pc:sldMkLst>
        <pc:spChg chg="del">
          <ac:chgData name="Tín Lê MKT" userId="68e77276-d07b-41ff-80f1-8ca87a0e901e" providerId="ADAL" clId="{3E0D9A32-37E2-43AD-9C46-E8BDE4F77AB4}" dt="2022-08-26T09:04:36.821" v="1035" actId="478"/>
          <ac:spMkLst>
            <pc:docMk/>
            <pc:sldMk cId="3785051159" sldId="286"/>
            <ac:spMk id="2" creationId="{130DFAA3-7FD9-187D-FAFA-D27DC5A234A6}"/>
          </ac:spMkLst>
        </pc:spChg>
        <pc:spChg chg="del">
          <ac:chgData name="Tín Lê MKT" userId="68e77276-d07b-41ff-80f1-8ca87a0e901e" providerId="ADAL" clId="{3E0D9A32-37E2-43AD-9C46-E8BDE4F77AB4}" dt="2022-08-26T09:04:36.821" v="1035" actId="478"/>
          <ac:spMkLst>
            <pc:docMk/>
            <pc:sldMk cId="3785051159" sldId="286"/>
            <ac:spMk id="3" creationId="{79EFE342-2029-7AB3-107F-22D0973090AC}"/>
          </ac:spMkLst>
        </pc:spChg>
        <pc:spChg chg="del">
          <ac:chgData name="Tín Lê MKT" userId="68e77276-d07b-41ff-80f1-8ca87a0e901e" providerId="ADAL" clId="{3E0D9A32-37E2-43AD-9C46-E8BDE4F77AB4}" dt="2022-08-26T09:04:36.821" v="1035" actId="478"/>
          <ac:spMkLst>
            <pc:docMk/>
            <pc:sldMk cId="3785051159" sldId="286"/>
            <ac:spMk id="4" creationId="{34A1BD8C-7762-A277-A39B-BBA54BA52882}"/>
          </ac:spMkLst>
        </pc:spChg>
        <pc:picChg chg="add mod">
          <ac:chgData name="Tín Lê MKT" userId="68e77276-d07b-41ff-80f1-8ca87a0e901e" providerId="ADAL" clId="{3E0D9A32-37E2-43AD-9C46-E8BDE4F77AB4}" dt="2022-08-26T09:05:13.175" v="1049" actId="14100"/>
          <ac:picMkLst>
            <pc:docMk/>
            <pc:sldMk cId="3785051159" sldId="286"/>
            <ac:picMk id="6" creationId="{C5D0E785-41C4-5ADE-B129-5EFD5EC7BBB4}"/>
          </ac:picMkLst>
        </pc:picChg>
        <pc:picChg chg="add mod">
          <ac:chgData name="Tín Lê MKT" userId="68e77276-d07b-41ff-80f1-8ca87a0e901e" providerId="ADAL" clId="{3E0D9A32-37E2-43AD-9C46-E8BDE4F77AB4}" dt="2022-08-26T09:05:11.536" v="1048" actId="14100"/>
          <ac:picMkLst>
            <pc:docMk/>
            <pc:sldMk cId="3785051159" sldId="286"/>
            <ac:picMk id="8" creationId="{59A383C5-6B73-4E90-4EF0-3CA56BA2388A}"/>
          </ac:picMkLst>
        </pc:picChg>
        <pc:picChg chg="add mod modCrop">
          <ac:chgData name="Tín Lê MKT" userId="68e77276-d07b-41ff-80f1-8ca87a0e901e" providerId="ADAL" clId="{3E0D9A32-37E2-43AD-9C46-E8BDE4F77AB4}" dt="2022-08-26T09:05:59.001" v="1066" actId="1076"/>
          <ac:picMkLst>
            <pc:docMk/>
            <pc:sldMk cId="3785051159" sldId="286"/>
            <ac:picMk id="10" creationId="{247D7E74-52AB-BBAC-545A-89683A9781E6}"/>
          </ac:picMkLst>
        </pc:picChg>
        <pc:picChg chg="add mod modCrop">
          <ac:chgData name="Tín Lê MKT" userId="68e77276-d07b-41ff-80f1-8ca87a0e901e" providerId="ADAL" clId="{3E0D9A32-37E2-43AD-9C46-E8BDE4F77AB4}" dt="2022-08-26T09:06:40.168" v="1074" actId="732"/>
          <ac:picMkLst>
            <pc:docMk/>
            <pc:sldMk cId="3785051159" sldId="286"/>
            <ac:picMk id="12" creationId="{139544D3-8A21-BBC2-AB56-145983E92A41}"/>
          </ac:picMkLst>
        </pc:picChg>
      </pc:sldChg>
      <pc:sldChg chg="addSp delSp modSp add mod">
        <pc:chgData name="Tín Lê MKT" userId="68e77276-d07b-41ff-80f1-8ca87a0e901e" providerId="ADAL" clId="{3E0D9A32-37E2-43AD-9C46-E8BDE4F77AB4}" dt="2022-08-26T10:00:05.281" v="1230"/>
        <pc:sldMkLst>
          <pc:docMk/>
          <pc:sldMk cId="505596877" sldId="287"/>
        </pc:sldMkLst>
        <pc:spChg chg="del">
          <ac:chgData name="Tín Lê MKT" userId="68e77276-d07b-41ff-80f1-8ca87a0e901e" providerId="ADAL" clId="{3E0D9A32-37E2-43AD-9C46-E8BDE4F77AB4}" dt="2022-08-26T10:00:04.286" v="1229" actId="478"/>
          <ac:spMkLst>
            <pc:docMk/>
            <pc:sldMk cId="505596877" sldId="287"/>
            <ac:spMk id="3" creationId="{479A532C-1323-0427-37E5-51D377798D41}"/>
          </ac:spMkLst>
        </pc:spChg>
        <pc:spChg chg="add mod">
          <ac:chgData name="Tín Lê MKT" userId="68e77276-d07b-41ff-80f1-8ca87a0e901e" providerId="ADAL" clId="{3E0D9A32-37E2-43AD-9C46-E8BDE4F77AB4}" dt="2022-08-26T10:00:04.286" v="1229" actId="478"/>
          <ac:spMkLst>
            <pc:docMk/>
            <pc:sldMk cId="505596877" sldId="287"/>
            <ac:spMk id="4" creationId="{E834F9F4-4A51-C275-479B-6BE0E75E7256}"/>
          </ac:spMkLst>
        </pc:spChg>
        <pc:spChg chg="add mod">
          <ac:chgData name="Tín Lê MKT" userId="68e77276-d07b-41ff-80f1-8ca87a0e901e" providerId="ADAL" clId="{3E0D9A32-37E2-43AD-9C46-E8BDE4F77AB4}" dt="2022-08-26T10:00:05.281" v="1230"/>
          <ac:spMkLst>
            <pc:docMk/>
            <pc:sldMk cId="505596877" sldId="287"/>
            <ac:spMk id="7" creationId="{AEF86F1B-DC48-BD5F-7CE4-AC0853B2DD88}"/>
          </ac:spMkLst>
        </pc:spChg>
        <pc:spChg chg="add mod">
          <ac:chgData name="Tín Lê MKT" userId="68e77276-d07b-41ff-80f1-8ca87a0e901e" providerId="ADAL" clId="{3E0D9A32-37E2-43AD-9C46-E8BDE4F77AB4}" dt="2022-08-26T10:00:05.281" v="1230"/>
          <ac:spMkLst>
            <pc:docMk/>
            <pc:sldMk cId="505596877" sldId="287"/>
            <ac:spMk id="8" creationId="{08717071-FE10-6442-0C9D-E81849C73095}"/>
          </ac:spMkLst>
        </pc:spChg>
        <pc:spChg chg="add mod">
          <ac:chgData name="Tín Lê MKT" userId="68e77276-d07b-41ff-80f1-8ca87a0e901e" providerId="ADAL" clId="{3E0D9A32-37E2-43AD-9C46-E8BDE4F77AB4}" dt="2022-08-26T10:00:05.281" v="1230"/>
          <ac:spMkLst>
            <pc:docMk/>
            <pc:sldMk cId="505596877" sldId="287"/>
            <ac:spMk id="9" creationId="{2AAE2A0C-E26F-3E6A-95C7-DBB6299D07FB}"/>
          </ac:spMkLst>
        </pc:spChg>
        <pc:spChg chg="add mod">
          <ac:chgData name="Tín Lê MKT" userId="68e77276-d07b-41ff-80f1-8ca87a0e901e" providerId="ADAL" clId="{3E0D9A32-37E2-43AD-9C46-E8BDE4F77AB4}" dt="2022-08-26T10:00:05.281" v="1230"/>
          <ac:spMkLst>
            <pc:docMk/>
            <pc:sldMk cId="505596877" sldId="287"/>
            <ac:spMk id="10" creationId="{ADC0EADA-63B7-73FF-DBE4-564B601F653A}"/>
          </ac:spMkLst>
        </pc:spChg>
        <pc:spChg chg="add mod">
          <ac:chgData name="Tín Lê MKT" userId="68e77276-d07b-41ff-80f1-8ca87a0e901e" providerId="ADAL" clId="{3E0D9A32-37E2-43AD-9C46-E8BDE4F77AB4}" dt="2022-08-26T10:00:05.281" v="1230"/>
          <ac:spMkLst>
            <pc:docMk/>
            <pc:sldMk cId="505596877" sldId="287"/>
            <ac:spMk id="12" creationId="{AF8EC873-AEC6-B94E-84FF-6F71B0C5018E}"/>
          </ac:spMkLst>
        </pc:spChg>
        <pc:spChg chg="add mod">
          <ac:chgData name="Tín Lê MKT" userId="68e77276-d07b-41ff-80f1-8ca87a0e901e" providerId="ADAL" clId="{3E0D9A32-37E2-43AD-9C46-E8BDE4F77AB4}" dt="2022-08-26T10:00:05.281" v="1230"/>
          <ac:spMkLst>
            <pc:docMk/>
            <pc:sldMk cId="505596877" sldId="287"/>
            <ac:spMk id="14" creationId="{1AE22D70-3A8A-4915-D81F-0A0DC3EBFD46}"/>
          </ac:spMkLst>
        </pc:spChg>
        <pc:spChg chg="add mod">
          <ac:chgData name="Tín Lê MKT" userId="68e77276-d07b-41ff-80f1-8ca87a0e901e" providerId="ADAL" clId="{3E0D9A32-37E2-43AD-9C46-E8BDE4F77AB4}" dt="2022-08-26T10:00:05.281" v="1230"/>
          <ac:spMkLst>
            <pc:docMk/>
            <pc:sldMk cId="505596877" sldId="287"/>
            <ac:spMk id="15" creationId="{0C6F69CD-5C41-1749-F40D-641ACA4368F4}"/>
          </ac:spMkLst>
        </pc:spChg>
        <pc:picChg chg="add mod">
          <ac:chgData name="Tín Lê MKT" userId="68e77276-d07b-41ff-80f1-8ca87a0e901e" providerId="ADAL" clId="{3E0D9A32-37E2-43AD-9C46-E8BDE4F77AB4}" dt="2022-08-26T10:00:05.281" v="1230"/>
          <ac:picMkLst>
            <pc:docMk/>
            <pc:sldMk cId="505596877" sldId="287"/>
            <ac:picMk id="5" creationId="{982F5F19-675E-1236-B974-46ACA0787E01}"/>
          </ac:picMkLst>
        </pc:picChg>
        <pc:cxnChg chg="add mod">
          <ac:chgData name="Tín Lê MKT" userId="68e77276-d07b-41ff-80f1-8ca87a0e901e" providerId="ADAL" clId="{3E0D9A32-37E2-43AD-9C46-E8BDE4F77AB4}" dt="2022-08-26T10:00:05.281" v="1230"/>
          <ac:cxnSpMkLst>
            <pc:docMk/>
            <pc:sldMk cId="505596877" sldId="287"/>
            <ac:cxnSpMk id="11" creationId="{163ED4C3-F013-5164-A8D3-695D8725D143}"/>
          </ac:cxnSpMkLst>
        </pc:cxnChg>
        <pc:cxnChg chg="add mod">
          <ac:chgData name="Tín Lê MKT" userId="68e77276-d07b-41ff-80f1-8ca87a0e901e" providerId="ADAL" clId="{3E0D9A32-37E2-43AD-9C46-E8BDE4F77AB4}" dt="2022-08-26T10:00:05.281" v="1230"/>
          <ac:cxnSpMkLst>
            <pc:docMk/>
            <pc:sldMk cId="505596877" sldId="287"/>
            <ac:cxnSpMk id="13" creationId="{7EC84D7F-6DE3-6F17-E8C7-86BE22793639}"/>
          </ac:cxnSpMkLst>
        </pc:cxnChg>
        <pc:cxnChg chg="add mod">
          <ac:chgData name="Tín Lê MKT" userId="68e77276-d07b-41ff-80f1-8ca87a0e901e" providerId="ADAL" clId="{3E0D9A32-37E2-43AD-9C46-E8BDE4F77AB4}" dt="2022-08-26T10:00:05.281" v="1230"/>
          <ac:cxnSpMkLst>
            <pc:docMk/>
            <pc:sldMk cId="505596877" sldId="287"/>
            <ac:cxnSpMk id="16" creationId="{86B1D3FB-FC35-C563-57A7-A4FA341925B0}"/>
          </ac:cxnSpMkLst>
        </pc:cxnChg>
      </pc:sldChg>
      <pc:sldChg chg="addSp delSp modSp add mod">
        <pc:chgData name="Tín Lê MKT" userId="68e77276-d07b-41ff-80f1-8ca87a0e901e" providerId="ADAL" clId="{3E0D9A32-37E2-43AD-9C46-E8BDE4F77AB4}" dt="2022-08-26T10:00:34.031" v="1237"/>
        <pc:sldMkLst>
          <pc:docMk/>
          <pc:sldMk cId="4176152144" sldId="288"/>
        </pc:sldMkLst>
        <pc:spChg chg="del">
          <ac:chgData name="Tín Lê MKT" userId="68e77276-d07b-41ff-80f1-8ca87a0e901e" providerId="ADAL" clId="{3E0D9A32-37E2-43AD-9C46-E8BDE4F77AB4}" dt="2022-08-26T10:00:28.759" v="1233" actId="478"/>
          <ac:spMkLst>
            <pc:docMk/>
            <pc:sldMk cId="4176152144" sldId="288"/>
            <ac:spMk id="2" creationId="{653D2FFF-EBB7-CC4B-9E2B-98197189872F}"/>
          </ac:spMkLst>
        </pc:spChg>
        <pc:spChg chg="del">
          <ac:chgData name="Tín Lê MKT" userId="68e77276-d07b-41ff-80f1-8ca87a0e901e" providerId="ADAL" clId="{3E0D9A32-37E2-43AD-9C46-E8BDE4F77AB4}" dt="2022-08-26T10:00:28.759" v="1233" actId="478"/>
          <ac:spMkLst>
            <pc:docMk/>
            <pc:sldMk cId="4176152144" sldId="288"/>
            <ac:spMk id="3" creationId="{0D694281-EBE8-3CF2-F013-1E8305FD0CC8}"/>
          </ac:spMkLst>
        </pc:spChg>
        <pc:spChg chg="add del mod">
          <ac:chgData name="Tín Lê MKT" userId="68e77276-d07b-41ff-80f1-8ca87a0e901e" providerId="ADAL" clId="{3E0D9A32-37E2-43AD-9C46-E8BDE4F77AB4}" dt="2022-08-26T10:00:33.192" v="1236" actId="478"/>
          <ac:spMkLst>
            <pc:docMk/>
            <pc:sldMk cId="4176152144" sldId="288"/>
            <ac:spMk id="6" creationId="{2EA58A35-FE53-EAB8-EF51-6B6DC95DFA71}"/>
          </ac:spMkLst>
        </pc:spChg>
        <pc:spChg chg="add del mod">
          <ac:chgData name="Tín Lê MKT" userId="68e77276-d07b-41ff-80f1-8ca87a0e901e" providerId="ADAL" clId="{3E0D9A32-37E2-43AD-9C46-E8BDE4F77AB4}" dt="2022-08-26T10:00:33.192" v="1236" actId="478"/>
          <ac:spMkLst>
            <pc:docMk/>
            <pc:sldMk cId="4176152144" sldId="288"/>
            <ac:spMk id="8" creationId="{793995C1-A161-0674-CAE0-FD13D6A61ED7}"/>
          </ac:spMkLst>
        </pc:spChg>
        <pc:spChg chg="add del mod">
          <ac:chgData name="Tín Lê MKT" userId="68e77276-d07b-41ff-80f1-8ca87a0e901e" providerId="ADAL" clId="{3E0D9A32-37E2-43AD-9C46-E8BDE4F77AB4}" dt="2022-08-26T10:00:30.182" v="1235"/>
          <ac:spMkLst>
            <pc:docMk/>
            <pc:sldMk cId="4176152144" sldId="288"/>
            <ac:spMk id="9" creationId="{EF5105F9-E4BE-2D50-1175-CB1FFBEC71BD}"/>
          </ac:spMkLst>
        </pc:spChg>
        <pc:spChg chg="add del mod">
          <ac:chgData name="Tín Lê MKT" userId="68e77276-d07b-41ff-80f1-8ca87a0e901e" providerId="ADAL" clId="{3E0D9A32-37E2-43AD-9C46-E8BDE4F77AB4}" dt="2022-08-26T10:00:30.182" v="1235"/>
          <ac:spMkLst>
            <pc:docMk/>
            <pc:sldMk cId="4176152144" sldId="288"/>
            <ac:spMk id="10" creationId="{0E79ECC4-AFB4-7485-AD21-D12807429F02}"/>
          </ac:spMkLst>
        </pc:spChg>
        <pc:spChg chg="add del mod">
          <ac:chgData name="Tín Lê MKT" userId="68e77276-d07b-41ff-80f1-8ca87a0e901e" providerId="ADAL" clId="{3E0D9A32-37E2-43AD-9C46-E8BDE4F77AB4}" dt="2022-08-26T10:00:30.182" v="1235"/>
          <ac:spMkLst>
            <pc:docMk/>
            <pc:sldMk cId="4176152144" sldId="288"/>
            <ac:spMk id="11" creationId="{DA121E7A-DE1F-16EE-8551-22D140FCDCCB}"/>
          </ac:spMkLst>
        </pc:spChg>
        <pc:spChg chg="add del mod">
          <ac:chgData name="Tín Lê MKT" userId="68e77276-d07b-41ff-80f1-8ca87a0e901e" providerId="ADAL" clId="{3E0D9A32-37E2-43AD-9C46-E8BDE4F77AB4}" dt="2022-08-26T10:00:30.182" v="1235"/>
          <ac:spMkLst>
            <pc:docMk/>
            <pc:sldMk cId="4176152144" sldId="288"/>
            <ac:spMk id="12" creationId="{EAA2F615-DE02-336C-A3CF-640A8F9F56F0}"/>
          </ac:spMkLst>
        </pc:spChg>
        <pc:spChg chg="add del mod">
          <ac:chgData name="Tín Lê MKT" userId="68e77276-d07b-41ff-80f1-8ca87a0e901e" providerId="ADAL" clId="{3E0D9A32-37E2-43AD-9C46-E8BDE4F77AB4}" dt="2022-08-26T10:00:30.182" v="1235"/>
          <ac:spMkLst>
            <pc:docMk/>
            <pc:sldMk cId="4176152144" sldId="288"/>
            <ac:spMk id="13" creationId="{4624099B-3B26-F1E6-2A7D-5DB2D63FAF40}"/>
          </ac:spMkLst>
        </pc:spChg>
        <pc:spChg chg="add del mod">
          <ac:chgData name="Tín Lê MKT" userId="68e77276-d07b-41ff-80f1-8ca87a0e901e" providerId="ADAL" clId="{3E0D9A32-37E2-43AD-9C46-E8BDE4F77AB4}" dt="2022-08-26T10:00:30.182" v="1235"/>
          <ac:spMkLst>
            <pc:docMk/>
            <pc:sldMk cId="4176152144" sldId="288"/>
            <ac:spMk id="14" creationId="{FD12704F-CA5D-8905-4CE6-A424845B8057}"/>
          </ac:spMkLst>
        </pc:spChg>
        <pc:spChg chg="add del mod">
          <ac:chgData name="Tín Lê MKT" userId="68e77276-d07b-41ff-80f1-8ca87a0e901e" providerId="ADAL" clId="{3E0D9A32-37E2-43AD-9C46-E8BDE4F77AB4}" dt="2022-08-26T10:00:30.182" v="1235"/>
          <ac:spMkLst>
            <pc:docMk/>
            <pc:sldMk cId="4176152144" sldId="288"/>
            <ac:spMk id="15" creationId="{65CFCDE0-13AA-F221-CCCB-0D17AE1101B1}"/>
          </ac:spMkLst>
        </pc:spChg>
        <pc:spChg chg="add del mod">
          <ac:chgData name="Tín Lê MKT" userId="68e77276-d07b-41ff-80f1-8ca87a0e901e" providerId="ADAL" clId="{3E0D9A32-37E2-43AD-9C46-E8BDE4F77AB4}" dt="2022-08-26T10:00:30.182" v="1235"/>
          <ac:spMkLst>
            <pc:docMk/>
            <pc:sldMk cId="4176152144" sldId="288"/>
            <ac:spMk id="16" creationId="{4E9800DD-B8A5-5009-7C1A-78B28ED095A9}"/>
          </ac:spMkLst>
        </pc:spChg>
        <pc:spChg chg="add del mod">
          <ac:chgData name="Tín Lê MKT" userId="68e77276-d07b-41ff-80f1-8ca87a0e901e" providerId="ADAL" clId="{3E0D9A32-37E2-43AD-9C46-E8BDE4F77AB4}" dt="2022-08-26T10:00:30.182" v="1235"/>
          <ac:spMkLst>
            <pc:docMk/>
            <pc:sldMk cId="4176152144" sldId="288"/>
            <ac:spMk id="23" creationId="{95D09183-8667-B07D-37F3-5320807E7747}"/>
          </ac:spMkLst>
        </pc:spChg>
        <pc:spChg chg="add mod">
          <ac:chgData name="Tín Lê MKT" userId="68e77276-d07b-41ff-80f1-8ca87a0e901e" providerId="ADAL" clId="{3E0D9A32-37E2-43AD-9C46-E8BDE4F77AB4}" dt="2022-08-26T10:00:34.031" v="1237"/>
          <ac:spMkLst>
            <pc:docMk/>
            <pc:sldMk cId="4176152144" sldId="288"/>
            <ac:spMk id="25" creationId="{6D2DBCD3-76DE-6B84-5404-5D6DB92E917A}"/>
          </ac:spMkLst>
        </pc:spChg>
        <pc:spChg chg="add mod">
          <ac:chgData name="Tín Lê MKT" userId="68e77276-d07b-41ff-80f1-8ca87a0e901e" providerId="ADAL" clId="{3E0D9A32-37E2-43AD-9C46-E8BDE4F77AB4}" dt="2022-08-26T10:00:34.031" v="1237"/>
          <ac:spMkLst>
            <pc:docMk/>
            <pc:sldMk cId="4176152144" sldId="288"/>
            <ac:spMk id="26" creationId="{AB370D55-665E-CB3C-BCE6-7E125DD0F8CC}"/>
          </ac:spMkLst>
        </pc:spChg>
        <pc:spChg chg="add mod">
          <ac:chgData name="Tín Lê MKT" userId="68e77276-d07b-41ff-80f1-8ca87a0e901e" providerId="ADAL" clId="{3E0D9A32-37E2-43AD-9C46-E8BDE4F77AB4}" dt="2022-08-26T10:00:34.031" v="1237"/>
          <ac:spMkLst>
            <pc:docMk/>
            <pc:sldMk cId="4176152144" sldId="288"/>
            <ac:spMk id="27" creationId="{4C2DF41C-47AF-10D4-8F20-1F35696BF9FE}"/>
          </ac:spMkLst>
        </pc:spChg>
        <pc:spChg chg="add mod">
          <ac:chgData name="Tín Lê MKT" userId="68e77276-d07b-41ff-80f1-8ca87a0e901e" providerId="ADAL" clId="{3E0D9A32-37E2-43AD-9C46-E8BDE4F77AB4}" dt="2022-08-26T10:00:34.031" v="1237"/>
          <ac:spMkLst>
            <pc:docMk/>
            <pc:sldMk cId="4176152144" sldId="288"/>
            <ac:spMk id="28" creationId="{441906C2-FF9D-FA70-9E78-52D7D2B8C1A7}"/>
          </ac:spMkLst>
        </pc:spChg>
        <pc:spChg chg="add mod">
          <ac:chgData name="Tín Lê MKT" userId="68e77276-d07b-41ff-80f1-8ca87a0e901e" providerId="ADAL" clId="{3E0D9A32-37E2-43AD-9C46-E8BDE4F77AB4}" dt="2022-08-26T10:00:34.031" v="1237"/>
          <ac:spMkLst>
            <pc:docMk/>
            <pc:sldMk cId="4176152144" sldId="288"/>
            <ac:spMk id="29" creationId="{EACF25AB-44A3-66AB-6F5F-0C978F0FE93F}"/>
          </ac:spMkLst>
        </pc:spChg>
        <pc:spChg chg="add mod">
          <ac:chgData name="Tín Lê MKT" userId="68e77276-d07b-41ff-80f1-8ca87a0e901e" providerId="ADAL" clId="{3E0D9A32-37E2-43AD-9C46-E8BDE4F77AB4}" dt="2022-08-26T10:00:34.031" v="1237"/>
          <ac:spMkLst>
            <pc:docMk/>
            <pc:sldMk cId="4176152144" sldId="288"/>
            <ac:spMk id="30" creationId="{1870F122-FE09-4B72-B894-31B5E1A005D6}"/>
          </ac:spMkLst>
        </pc:spChg>
        <pc:spChg chg="add mod">
          <ac:chgData name="Tín Lê MKT" userId="68e77276-d07b-41ff-80f1-8ca87a0e901e" providerId="ADAL" clId="{3E0D9A32-37E2-43AD-9C46-E8BDE4F77AB4}" dt="2022-08-26T10:00:34.031" v="1237"/>
          <ac:spMkLst>
            <pc:docMk/>
            <pc:sldMk cId="4176152144" sldId="288"/>
            <ac:spMk id="31" creationId="{E3E3A117-9502-6E47-2A84-984EFF45274E}"/>
          </ac:spMkLst>
        </pc:spChg>
        <pc:spChg chg="add mod">
          <ac:chgData name="Tín Lê MKT" userId="68e77276-d07b-41ff-80f1-8ca87a0e901e" providerId="ADAL" clId="{3E0D9A32-37E2-43AD-9C46-E8BDE4F77AB4}" dt="2022-08-26T10:00:34.031" v="1237"/>
          <ac:spMkLst>
            <pc:docMk/>
            <pc:sldMk cId="4176152144" sldId="288"/>
            <ac:spMk id="32" creationId="{223CC960-FB86-E472-953C-B8EEA76E620C}"/>
          </ac:spMkLst>
        </pc:spChg>
        <pc:spChg chg="add mod">
          <ac:chgData name="Tín Lê MKT" userId="68e77276-d07b-41ff-80f1-8ca87a0e901e" providerId="ADAL" clId="{3E0D9A32-37E2-43AD-9C46-E8BDE4F77AB4}" dt="2022-08-26T10:00:34.031" v="1237"/>
          <ac:spMkLst>
            <pc:docMk/>
            <pc:sldMk cId="4176152144" sldId="288"/>
            <ac:spMk id="39" creationId="{69A9721F-A7E7-7583-2299-0D92FB594EC9}"/>
          </ac:spMkLst>
        </pc:spChg>
        <pc:cxnChg chg="add del mod">
          <ac:chgData name="Tín Lê MKT" userId="68e77276-d07b-41ff-80f1-8ca87a0e901e" providerId="ADAL" clId="{3E0D9A32-37E2-43AD-9C46-E8BDE4F77AB4}" dt="2022-08-26T10:00:30.182" v="1235"/>
          <ac:cxnSpMkLst>
            <pc:docMk/>
            <pc:sldMk cId="4176152144" sldId="288"/>
            <ac:cxnSpMk id="17" creationId="{F620F470-6E64-4B06-09E7-B0B57E2D7E55}"/>
          </ac:cxnSpMkLst>
        </pc:cxnChg>
        <pc:cxnChg chg="add del mod">
          <ac:chgData name="Tín Lê MKT" userId="68e77276-d07b-41ff-80f1-8ca87a0e901e" providerId="ADAL" clId="{3E0D9A32-37E2-43AD-9C46-E8BDE4F77AB4}" dt="2022-08-26T10:00:30.182" v="1235"/>
          <ac:cxnSpMkLst>
            <pc:docMk/>
            <pc:sldMk cId="4176152144" sldId="288"/>
            <ac:cxnSpMk id="18" creationId="{EA688DA7-E0B7-BF5F-156A-82A076F18F73}"/>
          </ac:cxnSpMkLst>
        </pc:cxnChg>
        <pc:cxnChg chg="add del mod">
          <ac:chgData name="Tín Lê MKT" userId="68e77276-d07b-41ff-80f1-8ca87a0e901e" providerId="ADAL" clId="{3E0D9A32-37E2-43AD-9C46-E8BDE4F77AB4}" dt="2022-08-26T10:00:30.182" v="1235"/>
          <ac:cxnSpMkLst>
            <pc:docMk/>
            <pc:sldMk cId="4176152144" sldId="288"/>
            <ac:cxnSpMk id="19" creationId="{AA76EACA-4302-F9A8-4826-D1752E3EB1DE}"/>
          </ac:cxnSpMkLst>
        </pc:cxnChg>
        <pc:cxnChg chg="add del mod">
          <ac:chgData name="Tín Lê MKT" userId="68e77276-d07b-41ff-80f1-8ca87a0e901e" providerId="ADAL" clId="{3E0D9A32-37E2-43AD-9C46-E8BDE4F77AB4}" dt="2022-08-26T10:00:30.182" v="1235"/>
          <ac:cxnSpMkLst>
            <pc:docMk/>
            <pc:sldMk cId="4176152144" sldId="288"/>
            <ac:cxnSpMk id="20" creationId="{8A8849E5-4F6C-9A94-B56A-BFC5BCA1B376}"/>
          </ac:cxnSpMkLst>
        </pc:cxnChg>
        <pc:cxnChg chg="add del mod">
          <ac:chgData name="Tín Lê MKT" userId="68e77276-d07b-41ff-80f1-8ca87a0e901e" providerId="ADAL" clId="{3E0D9A32-37E2-43AD-9C46-E8BDE4F77AB4}" dt="2022-08-26T10:00:30.182" v="1235"/>
          <ac:cxnSpMkLst>
            <pc:docMk/>
            <pc:sldMk cId="4176152144" sldId="288"/>
            <ac:cxnSpMk id="21" creationId="{E0F69DE2-F36E-4008-0F50-FC2EEF3F5929}"/>
          </ac:cxnSpMkLst>
        </pc:cxnChg>
        <pc:cxnChg chg="add del mod">
          <ac:chgData name="Tín Lê MKT" userId="68e77276-d07b-41ff-80f1-8ca87a0e901e" providerId="ADAL" clId="{3E0D9A32-37E2-43AD-9C46-E8BDE4F77AB4}" dt="2022-08-26T10:00:30.182" v="1235"/>
          <ac:cxnSpMkLst>
            <pc:docMk/>
            <pc:sldMk cId="4176152144" sldId="288"/>
            <ac:cxnSpMk id="22" creationId="{985E58F0-2E32-4C22-4335-908786219953}"/>
          </ac:cxnSpMkLst>
        </pc:cxnChg>
        <pc:cxnChg chg="add del mod">
          <ac:chgData name="Tín Lê MKT" userId="68e77276-d07b-41ff-80f1-8ca87a0e901e" providerId="ADAL" clId="{3E0D9A32-37E2-43AD-9C46-E8BDE4F77AB4}" dt="2022-08-26T10:00:30.182" v="1235"/>
          <ac:cxnSpMkLst>
            <pc:docMk/>
            <pc:sldMk cId="4176152144" sldId="288"/>
            <ac:cxnSpMk id="24" creationId="{EF471D35-3E58-977D-7DD3-C03509EFDBF7}"/>
          </ac:cxnSpMkLst>
        </pc:cxnChg>
        <pc:cxnChg chg="add mod">
          <ac:chgData name="Tín Lê MKT" userId="68e77276-d07b-41ff-80f1-8ca87a0e901e" providerId="ADAL" clId="{3E0D9A32-37E2-43AD-9C46-E8BDE4F77AB4}" dt="2022-08-26T10:00:34.031" v="1237"/>
          <ac:cxnSpMkLst>
            <pc:docMk/>
            <pc:sldMk cId="4176152144" sldId="288"/>
            <ac:cxnSpMk id="33" creationId="{1AE27A19-781D-6570-5C7D-08C05D8A84E4}"/>
          </ac:cxnSpMkLst>
        </pc:cxnChg>
        <pc:cxnChg chg="add mod">
          <ac:chgData name="Tín Lê MKT" userId="68e77276-d07b-41ff-80f1-8ca87a0e901e" providerId="ADAL" clId="{3E0D9A32-37E2-43AD-9C46-E8BDE4F77AB4}" dt="2022-08-26T10:00:34.031" v="1237"/>
          <ac:cxnSpMkLst>
            <pc:docMk/>
            <pc:sldMk cId="4176152144" sldId="288"/>
            <ac:cxnSpMk id="34" creationId="{39C430EF-147B-BAC5-5A3B-ADB3CA3D4791}"/>
          </ac:cxnSpMkLst>
        </pc:cxnChg>
        <pc:cxnChg chg="add mod">
          <ac:chgData name="Tín Lê MKT" userId="68e77276-d07b-41ff-80f1-8ca87a0e901e" providerId="ADAL" clId="{3E0D9A32-37E2-43AD-9C46-E8BDE4F77AB4}" dt="2022-08-26T10:00:34.031" v="1237"/>
          <ac:cxnSpMkLst>
            <pc:docMk/>
            <pc:sldMk cId="4176152144" sldId="288"/>
            <ac:cxnSpMk id="35" creationId="{39086706-2EEB-F4FA-72A3-432F0CC8BC4E}"/>
          </ac:cxnSpMkLst>
        </pc:cxnChg>
        <pc:cxnChg chg="add mod">
          <ac:chgData name="Tín Lê MKT" userId="68e77276-d07b-41ff-80f1-8ca87a0e901e" providerId="ADAL" clId="{3E0D9A32-37E2-43AD-9C46-E8BDE4F77AB4}" dt="2022-08-26T10:00:34.031" v="1237"/>
          <ac:cxnSpMkLst>
            <pc:docMk/>
            <pc:sldMk cId="4176152144" sldId="288"/>
            <ac:cxnSpMk id="36" creationId="{8A5CEC15-F85B-041E-B5DC-C15F7866FD80}"/>
          </ac:cxnSpMkLst>
        </pc:cxnChg>
        <pc:cxnChg chg="add mod">
          <ac:chgData name="Tín Lê MKT" userId="68e77276-d07b-41ff-80f1-8ca87a0e901e" providerId="ADAL" clId="{3E0D9A32-37E2-43AD-9C46-E8BDE4F77AB4}" dt="2022-08-26T10:00:34.031" v="1237"/>
          <ac:cxnSpMkLst>
            <pc:docMk/>
            <pc:sldMk cId="4176152144" sldId="288"/>
            <ac:cxnSpMk id="37" creationId="{E0447528-955D-53FE-1F6E-3812BA9FE751}"/>
          </ac:cxnSpMkLst>
        </pc:cxnChg>
        <pc:cxnChg chg="add mod">
          <ac:chgData name="Tín Lê MKT" userId="68e77276-d07b-41ff-80f1-8ca87a0e901e" providerId="ADAL" clId="{3E0D9A32-37E2-43AD-9C46-E8BDE4F77AB4}" dt="2022-08-26T10:00:34.031" v="1237"/>
          <ac:cxnSpMkLst>
            <pc:docMk/>
            <pc:sldMk cId="4176152144" sldId="288"/>
            <ac:cxnSpMk id="38" creationId="{B5E3AAA4-178F-2007-C316-D8C9DE8D0810}"/>
          </ac:cxnSpMkLst>
        </pc:cxnChg>
        <pc:cxnChg chg="add mod">
          <ac:chgData name="Tín Lê MKT" userId="68e77276-d07b-41ff-80f1-8ca87a0e901e" providerId="ADAL" clId="{3E0D9A32-37E2-43AD-9C46-E8BDE4F77AB4}" dt="2022-08-26T10:00:34.031" v="1237"/>
          <ac:cxnSpMkLst>
            <pc:docMk/>
            <pc:sldMk cId="4176152144" sldId="288"/>
            <ac:cxnSpMk id="40" creationId="{4B520E60-B03D-6481-12CC-2270946E0B8D}"/>
          </ac:cxnSpMkLst>
        </pc:cxnChg>
      </pc:sldChg>
      <pc:sldChg chg="addSp delSp modSp add mod ord">
        <pc:chgData name="Tín Lê MKT" userId="68e77276-d07b-41ff-80f1-8ca87a0e901e" providerId="ADAL" clId="{3E0D9A32-37E2-43AD-9C46-E8BDE4F77AB4}" dt="2022-08-26T10:00:58.400" v="1244"/>
        <pc:sldMkLst>
          <pc:docMk/>
          <pc:sldMk cId="3476106552" sldId="289"/>
        </pc:sldMkLst>
        <pc:spChg chg="del">
          <ac:chgData name="Tín Lê MKT" userId="68e77276-d07b-41ff-80f1-8ca87a0e901e" providerId="ADAL" clId="{3E0D9A32-37E2-43AD-9C46-E8BDE4F77AB4}" dt="2022-08-26T10:00:54.743" v="1242" actId="478"/>
          <ac:spMkLst>
            <pc:docMk/>
            <pc:sldMk cId="3476106552" sldId="289"/>
            <ac:spMk id="2" creationId="{653D2FFF-EBB7-CC4B-9E2B-98197189872F}"/>
          </ac:spMkLst>
        </pc:spChg>
        <pc:spChg chg="del">
          <ac:chgData name="Tín Lê MKT" userId="68e77276-d07b-41ff-80f1-8ca87a0e901e" providerId="ADAL" clId="{3E0D9A32-37E2-43AD-9C46-E8BDE4F77AB4}" dt="2022-08-26T10:00:54.743" v="1242" actId="478"/>
          <ac:spMkLst>
            <pc:docMk/>
            <pc:sldMk cId="3476106552" sldId="289"/>
            <ac:spMk id="3" creationId="{0D694281-EBE8-3CF2-F013-1E8305FD0CC8}"/>
          </ac:spMkLst>
        </pc:spChg>
        <pc:spChg chg="add del mod">
          <ac:chgData name="Tín Lê MKT" userId="68e77276-d07b-41ff-80f1-8ca87a0e901e" providerId="ADAL" clId="{3E0D9A32-37E2-43AD-9C46-E8BDE4F77AB4}" dt="2022-08-26T10:00:57.820" v="1243" actId="478"/>
          <ac:spMkLst>
            <pc:docMk/>
            <pc:sldMk cId="3476106552" sldId="289"/>
            <ac:spMk id="6" creationId="{81AC1B7A-C3FF-B2CB-7DA9-A39156CFA2AA}"/>
          </ac:spMkLst>
        </pc:spChg>
        <pc:spChg chg="add del mod">
          <ac:chgData name="Tín Lê MKT" userId="68e77276-d07b-41ff-80f1-8ca87a0e901e" providerId="ADAL" clId="{3E0D9A32-37E2-43AD-9C46-E8BDE4F77AB4}" dt="2022-08-26T10:00:57.820" v="1243" actId="478"/>
          <ac:spMkLst>
            <pc:docMk/>
            <pc:sldMk cId="3476106552" sldId="289"/>
            <ac:spMk id="8" creationId="{1284663B-1D5A-269F-F74D-4648BC91BC3B}"/>
          </ac:spMkLst>
        </pc:spChg>
        <pc:spChg chg="add mod">
          <ac:chgData name="Tín Lê MKT" userId="68e77276-d07b-41ff-80f1-8ca87a0e901e" providerId="ADAL" clId="{3E0D9A32-37E2-43AD-9C46-E8BDE4F77AB4}" dt="2022-08-26T10:00:58.400" v="1244"/>
          <ac:spMkLst>
            <pc:docMk/>
            <pc:sldMk cId="3476106552" sldId="289"/>
            <ac:spMk id="9" creationId="{CBD50BDB-4916-0CE6-B888-9232B3B15DA9}"/>
          </ac:spMkLst>
        </pc:spChg>
        <pc:spChg chg="add mod">
          <ac:chgData name="Tín Lê MKT" userId="68e77276-d07b-41ff-80f1-8ca87a0e901e" providerId="ADAL" clId="{3E0D9A32-37E2-43AD-9C46-E8BDE4F77AB4}" dt="2022-08-26T10:00:58.400" v="1244"/>
          <ac:spMkLst>
            <pc:docMk/>
            <pc:sldMk cId="3476106552" sldId="289"/>
            <ac:spMk id="10" creationId="{2BECCD2D-29BF-C815-1490-F06F180A4EFB}"/>
          </ac:spMkLst>
        </pc:spChg>
        <pc:spChg chg="add mod">
          <ac:chgData name="Tín Lê MKT" userId="68e77276-d07b-41ff-80f1-8ca87a0e901e" providerId="ADAL" clId="{3E0D9A32-37E2-43AD-9C46-E8BDE4F77AB4}" dt="2022-08-26T10:00:58.400" v="1244"/>
          <ac:spMkLst>
            <pc:docMk/>
            <pc:sldMk cId="3476106552" sldId="289"/>
            <ac:spMk id="14" creationId="{A2A97146-E876-F670-4CDF-DE3477E759D7}"/>
          </ac:spMkLst>
        </pc:spChg>
        <pc:picChg chg="add mod">
          <ac:chgData name="Tín Lê MKT" userId="68e77276-d07b-41ff-80f1-8ca87a0e901e" providerId="ADAL" clId="{3E0D9A32-37E2-43AD-9C46-E8BDE4F77AB4}" dt="2022-08-26T10:00:58.400" v="1244"/>
          <ac:picMkLst>
            <pc:docMk/>
            <pc:sldMk cId="3476106552" sldId="289"/>
            <ac:picMk id="11" creationId="{307916F9-E7CE-1A79-6C51-B4F0F8B0501A}"/>
          </ac:picMkLst>
        </pc:picChg>
        <pc:picChg chg="add mod">
          <ac:chgData name="Tín Lê MKT" userId="68e77276-d07b-41ff-80f1-8ca87a0e901e" providerId="ADAL" clId="{3E0D9A32-37E2-43AD-9C46-E8BDE4F77AB4}" dt="2022-08-26T10:00:58.400" v="1244"/>
          <ac:picMkLst>
            <pc:docMk/>
            <pc:sldMk cId="3476106552" sldId="289"/>
            <ac:picMk id="12" creationId="{BED7A77A-1451-D996-5BF0-3BCC644C727F}"/>
          </ac:picMkLst>
        </pc:picChg>
        <pc:picChg chg="add mod">
          <ac:chgData name="Tín Lê MKT" userId="68e77276-d07b-41ff-80f1-8ca87a0e901e" providerId="ADAL" clId="{3E0D9A32-37E2-43AD-9C46-E8BDE4F77AB4}" dt="2022-08-26T10:00:58.400" v="1244"/>
          <ac:picMkLst>
            <pc:docMk/>
            <pc:sldMk cId="3476106552" sldId="289"/>
            <ac:picMk id="13" creationId="{5735C90E-90FB-843E-C2BF-08F83419AB10}"/>
          </ac:picMkLst>
        </pc:picChg>
        <pc:cxnChg chg="add mod">
          <ac:chgData name="Tín Lê MKT" userId="68e77276-d07b-41ff-80f1-8ca87a0e901e" providerId="ADAL" clId="{3E0D9A32-37E2-43AD-9C46-E8BDE4F77AB4}" dt="2022-08-26T10:00:58.400" v="1244"/>
          <ac:cxnSpMkLst>
            <pc:docMk/>
            <pc:sldMk cId="3476106552" sldId="289"/>
            <ac:cxnSpMk id="15" creationId="{CF882B6D-7A2D-A617-3476-9DC05DC7C2F0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B6E-40DE-9F6B-E8775774F1B1}"/>
              </c:ext>
            </c:extLst>
          </c:dPt>
          <c:dPt>
            <c:idx val="1"/>
            <c:bubble3D val="0"/>
            <c:spPr>
              <a:solidFill>
                <a:schemeClr val="tx1">
                  <a:alpha val="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B6E-40DE-9F6B-E8775774F1B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B6E-40DE-9F6B-E8775774F1B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B6E-40DE-9F6B-E8775774F1B1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6E-40DE-9F6B-E8775774F1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3C3-4073-9E02-49BF19ED6E85}"/>
              </c:ext>
            </c:extLst>
          </c:dPt>
          <c:dPt>
            <c:idx val="1"/>
            <c:bubble3D val="0"/>
            <c:spPr>
              <a:solidFill>
                <a:schemeClr val="tx1">
                  <a:alpha val="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3C3-4073-9E02-49BF19ED6E8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3C3-4073-9E02-49BF19ED6E8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3C3-4073-9E02-49BF19ED6E85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3C3-4073-9E02-49BF19ED6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C3C-43AE-800B-52345BBD684F}"/>
              </c:ext>
            </c:extLst>
          </c:dPt>
          <c:dPt>
            <c:idx val="1"/>
            <c:bubble3D val="0"/>
            <c:spPr>
              <a:solidFill>
                <a:schemeClr val="tx1">
                  <a:alpha val="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C3C-43AE-800B-52345BBD684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C3C-43AE-800B-52345BBD684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C3C-43AE-800B-52345BBD684F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C3C-43AE-800B-52345BBD68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bg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6D8-4D8A-8429-A0BB1326B079}"/>
              </c:ext>
            </c:extLst>
          </c:dPt>
          <c:dPt>
            <c:idx val="1"/>
            <c:bubble3D val="0"/>
            <c:spPr>
              <a:solidFill>
                <a:schemeClr val="tx1">
                  <a:alpha val="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6D8-4D8A-8429-A0BB1326B07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6D8-4D8A-8429-A0BB1326B07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6D8-4D8A-8429-A0BB1326B079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6D8-4D8A-8429-A0BB1326B0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+mn-lt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9C0B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647-4E09-9A47-9D7B1D22820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47-4E09-9A47-9D7B1D22820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47-4E09-9A47-9D7B1D22820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647-4E09-9A47-9D7B1D22820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647-4E09-9A47-9D7B1D228202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647-4E09-9A47-9D7B1D228202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647-4E09-9A47-9D7B1D228202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647-4E09-9A47-9D7B1D228202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3647-4E09-9A47-9D7B1D228202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3647-4E09-9A47-9D7B1D228202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3647-4E09-9A47-9D7B1D228202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3647-4E09-9A47-9D7B1D228202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3647-4E09-9A47-9D7B1D228202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3647-4E09-9A47-9D7B1D228202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3647-4E09-9A47-9D7B1D228202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3647-4E09-9A47-9D7B1D228202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3647-4E09-9A47-9D7B1D228202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3647-4E09-9A47-9D7B1D228202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3647-4E09-9A47-9D7B1D228202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3647-4E09-9A47-9D7B1D228202}"/>
              </c:ext>
            </c:extLst>
          </c:dPt>
          <c:cat>
            <c:numRef>
              <c:f>Sheet1!$A$2:$A$21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</c:v>
                </c:pt>
                <c:pt idx="1">
                  <c:v>5</c:v>
                </c:pt>
                <c:pt idx="2">
                  <c:v>2</c:v>
                </c:pt>
                <c:pt idx="3">
                  <c:v>3.5</c:v>
                </c:pt>
                <c:pt idx="4">
                  <c:v>1</c:v>
                </c:pt>
                <c:pt idx="5">
                  <c:v>4.5</c:v>
                </c:pt>
                <c:pt idx="6">
                  <c:v>2</c:v>
                </c:pt>
                <c:pt idx="7">
                  <c:v>1</c:v>
                </c:pt>
                <c:pt idx="8">
                  <c:v>3</c:v>
                </c:pt>
                <c:pt idx="9">
                  <c:v>1.5</c:v>
                </c:pt>
                <c:pt idx="10">
                  <c:v>4</c:v>
                </c:pt>
                <c:pt idx="11">
                  <c:v>3</c:v>
                </c:pt>
                <c:pt idx="12">
                  <c:v>1</c:v>
                </c:pt>
                <c:pt idx="13">
                  <c:v>4.5</c:v>
                </c:pt>
                <c:pt idx="14">
                  <c:v>5</c:v>
                </c:pt>
                <c:pt idx="15">
                  <c:v>3.5</c:v>
                </c:pt>
                <c:pt idx="16">
                  <c:v>2.5</c:v>
                </c:pt>
                <c:pt idx="17">
                  <c:v>1.5</c:v>
                </c:pt>
                <c:pt idx="18">
                  <c:v>0.5</c:v>
                </c:pt>
                <c:pt idx="19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3647-4E09-9A47-9D7B1D228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-1711641392"/>
        <c:axId val="-1711639072"/>
      </c:barChart>
      <c:catAx>
        <c:axId val="-1711641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verta"/>
                <a:ea typeface="Source Sans Pro" charset="0"/>
                <a:cs typeface="Source Sans Pro" charset="0"/>
              </a:defRPr>
            </a:pPr>
            <a:endParaRPr lang="en-US"/>
          </a:p>
        </c:txPr>
        <c:crossAx val="-1711639072"/>
        <c:crosses val="autoZero"/>
        <c:auto val="1"/>
        <c:lblAlgn val="ctr"/>
        <c:lblOffset val="100"/>
        <c:noMultiLvlLbl val="0"/>
      </c:catAx>
      <c:valAx>
        <c:axId val="-171163907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pPr>
            <a:endParaRPr lang="en-US"/>
          </a:p>
        </c:txPr>
        <c:crossAx val="-1711641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 b="0" i="0">
          <a:solidFill>
            <a:schemeClr val="tx1"/>
          </a:solidFill>
          <a:latin typeface="+mn-lt"/>
          <a:ea typeface="Source Sans Pro" charset="0"/>
          <a:cs typeface="Source Sans Pro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verta"/>
                    <a:ea typeface="Source Sans Pro" charset="0"/>
                    <a:cs typeface="Source Sans Pro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2013</c:v>
                </c:pt>
                <c:pt idx="1">
                  <c:v>2014</c:v>
                </c:pt>
              </c:numCache>
            </c:numRef>
          </c:cat>
          <c:val>
            <c:numRef>
              <c:f>Sheet1!$B$2:$B$3</c:f>
              <c:numCache>
                <c:formatCode>"$"#,##0</c:formatCode>
                <c:ptCount val="2"/>
                <c:pt idx="0">
                  <c:v>248678</c:v>
                </c:pt>
                <c:pt idx="1">
                  <c:v>345687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5-4B67-B473-6B90E514AE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verta"/>
                    <a:ea typeface="Source Sans Pro" charset="0"/>
                    <a:cs typeface="Source Sans Pro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2013</c:v>
                </c:pt>
                <c:pt idx="1">
                  <c:v>2014</c:v>
                </c:pt>
              </c:numCache>
            </c:numRef>
          </c:cat>
          <c:val>
            <c:numRef>
              <c:f>Sheet1!$C$2:$C$3</c:f>
              <c:numCache>
                <c:formatCode>"$"#,##0</c:formatCode>
                <c:ptCount val="2"/>
                <c:pt idx="0">
                  <c:v>378000</c:v>
                </c:pt>
                <c:pt idx="1">
                  <c:v>475654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5-4B67-B473-6B90E514AE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Product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verta"/>
                    <a:ea typeface="Source Sans Pro" charset="0"/>
                    <a:cs typeface="Source Sans Pro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2013</c:v>
                </c:pt>
                <c:pt idx="1">
                  <c:v>2014</c:v>
                </c:pt>
              </c:numCache>
            </c:numRef>
          </c:cat>
          <c:val>
            <c:numRef>
              <c:f>Sheet1!$D$2:$D$3</c:f>
              <c:numCache>
                <c:formatCode>"$"#,##0</c:formatCode>
                <c:ptCount val="2"/>
                <c:pt idx="0">
                  <c:v>412500</c:v>
                </c:pt>
                <c:pt idx="1">
                  <c:v>625456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95-4B67-B473-6B90E514AE0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Product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verta"/>
                    <a:ea typeface="Source Sans Pro" charset="0"/>
                    <a:cs typeface="Source Sans Pro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  <c:pt idx="0">
                  <c:v>2013</c:v>
                </c:pt>
                <c:pt idx="1">
                  <c:v>2014</c:v>
                </c:pt>
              </c:numCache>
            </c:numRef>
          </c:cat>
          <c:val>
            <c:numRef>
              <c:f>Sheet1!$E$2:$E$3</c:f>
              <c:numCache>
                <c:formatCode>"$"#,##0</c:formatCode>
                <c:ptCount val="2"/>
                <c:pt idx="0">
                  <c:v>567000</c:v>
                </c:pt>
                <c:pt idx="1">
                  <c:v>789000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95-4B67-B473-6B90E514AE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710979136"/>
        <c:axId val="-1710977776"/>
      </c:barChart>
      <c:catAx>
        <c:axId val="-17109791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verta"/>
                <a:ea typeface="Source Sans Pro" charset="0"/>
                <a:cs typeface="Source Sans Pro" charset="0"/>
              </a:defRPr>
            </a:pPr>
            <a:endParaRPr lang="en-US"/>
          </a:p>
        </c:txPr>
        <c:crossAx val="-1710977776"/>
        <c:crosses val="autoZero"/>
        <c:auto val="1"/>
        <c:lblAlgn val="ctr"/>
        <c:lblOffset val="100"/>
        <c:noMultiLvlLbl val="0"/>
      </c:catAx>
      <c:valAx>
        <c:axId val="-1710977776"/>
        <c:scaling>
          <c:orientation val="minMax"/>
        </c:scaling>
        <c:delete val="0"/>
        <c:axPos val="b"/>
        <c:numFmt formatCode="&quot;$&quot;#,##0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verta"/>
                <a:ea typeface="Source Sans Pro" charset="0"/>
                <a:cs typeface="Source Sans Pro" charset="0"/>
              </a:defRPr>
            </a:pPr>
            <a:endParaRPr lang="en-US"/>
          </a:p>
        </c:txPr>
        <c:crossAx val="-1710979136"/>
        <c:crosses val="autoZero"/>
        <c:crossBetween val="between"/>
      </c:valAx>
      <c:spPr>
        <a:noFill/>
        <a:ln w="12700"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Averta"/>
              <a:ea typeface="Source Sans Pro" charset="0"/>
              <a:cs typeface="Source Sans Pro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000" b="0" i="0">
          <a:solidFill>
            <a:schemeClr val="tx1"/>
          </a:solidFill>
          <a:latin typeface="Averta"/>
          <a:ea typeface="Source Sans Pro" charset="0"/>
          <a:cs typeface="Source Sans Pro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540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chemeClr val="accent2"/>
              </a:solidFill>
              <a:ln w="6350" cap="flat" cmpd="sng" algn="ctr">
                <a:solidFill>
                  <a:schemeClr val="accent2">
                    <a:alpha val="50000"/>
                  </a:schemeClr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verta"/>
                    <a:ea typeface="Source Sans Pro" charset="0"/>
                    <a:cs typeface="Source Sans Pro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0.05</c:v>
                </c:pt>
                <c:pt idx="1">
                  <c:v>0.1</c:v>
                </c:pt>
                <c:pt idx="2">
                  <c:v>0.15</c:v>
                </c:pt>
                <c:pt idx="3">
                  <c:v>0.22</c:v>
                </c:pt>
                <c:pt idx="4">
                  <c:v>0.3</c:v>
                </c:pt>
                <c:pt idx="5">
                  <c:v>0.28000000000000003</c:v>
                </c:pt>
                <c:pt idx="6">
                  <c:v>0.22</c:v>
                </c:pt>
                <c:pt idx="7">
                  <c:v>0.32000000000000101</c:v>
                </c:pt>
                <c:pt idx="8">
                  <c:v>0.45</c:v>
                </c:pt>
                <c:pt idx="9">
                  <c:v>0.60000000000000098</c:v>
                </c:pt>
                <c:pt idx="10">
                  <c:v>0.65000000000000202</c:v>
                </c:pt>
                <c:pt idx="11">
                  <c:v>0.55000000000000004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E9-491E-8A2A-ED252EBE97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verta"/>
                    <a:ea typeface="Source Sans Pro" charset="0"/>
                    <a:cs typeface="Source Sans Pro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0.28000000000000003</c:v>
                </c:pt>
                <c:pt idx="1">
                  <c:v>0.380000000000001</c:v>
                </c:pt>
                <c:pt idx="2">
                  <c:v>0.4</c:v>
                </c:pt>
                <c:pt idx="3">
                  <c:v>0.48</c:v>
                </c:pt>
                <c:pt idx="4">
                  <c:v>0.65000000000000202</c:v>
                </c:pt>
                <c:pt idx="5">
                  <c:v>0.65000000000000202</c:v>
                </c:pt>
                <c:pt idx="6">
                  <c:v>0.78</c:v>
                </c:pt>
                <c:pt idx="7">
                  <c:v>0.85000000000000098</c:v>
                </c:pt>
                <c:pt idx="8">
                  <c:v>0.86000000000000099</c:v>
                </c:pt>
                <c:pt idx="9">
                  <c:v>0.85000000000000098</c:v>
                </c:pt>
                <c:pt idx="10">
                  <c:v>0.9</c:v>
                </c:pt>
                <c:pt idx="11">
                  <c:v>0.85000000000000098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E9-491E-8A2A-ED252EBE97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434130272"/>
        <c:axId val="-1434128224"/>
      </c:lineChart>
      <c:catAx>
        <c:axId val="-1434130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verta"/>
                <a:ea typeface="Source Sans Pro" charset="0"/>
                <a:cs typeface="Source Sans Pro" charset="0"/>
              </a:defRPr>
            </a:pPr>
            <a:endParaRPr lang="en-US"/>
          </a:p>
        </c:txPr>
        <c:crossAx val="-1434128224"/>
        <c:crosses val="autoZero"/>
        <c:auto val="1"/>
        <c:lblAlgn val="ctr"/>
        <c:lblOffset val="100"/>
        <c:noMultiLvlLbl val="0"/>
      </c:catAx>
      <c:valAx>
        <c:axId val="-143412822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verta"/>
                <a:ea typeface="Source Sans Pro" charset="0"/>
                <a:cs typeface="Source Sans Pro" charset="0"/>
              </a:defRPr>
            </a:pPr>
            <a:endParaRPr lang="en-US"/>
          </a:p>
        </c:txPr>
        <c:crossAx val="-1434130272"/>
        <c:crosses val="autoZero"/>
        <c:crossBetween val="between"/>
      </c:valAx>
      <c:spPr>
        <a:noFill/>
        <a:ln w="6350">
          <a:solidFill>
            <a:schemeClr val="bg1">
              <a:lumMod val="85000"/>
            </a:schemeClr>
          </a:solidFill>
        </a:ln>
        <a:effectLst/>
      </c:spPr>
    </c:plotArea>
    <c:legend>
      <c:legendPos val="b"/>
      <c:layout>
        <c:manualLayout>
          <c:xMode val="edge"/>
          <c:yMode val="edge"/>
          <c:x val="0.336918100806263"/>
          <c:y val="0.89295940277886798"/>
          <c:w val="0.33913602715828201"/>
          <c:h val="9.55874859879752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Averta"/>
              <a:ea typeface="Source Sans Pro" charset="0"/>
              <a:cs typeface="Source Sans Pro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000" b="0" i="0">
          <a:solidFill>
            <a:schemeClr val="tx1"/>
          </a:solidFill>
          <a:latin typeface="Averta"/>
          <a:ea typeface="Source Sans Pro" charset="0"/>
          <a:cs typeface="Source Sans Pro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verta Regular" panose="00000500000000000000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0EBAF-D955-C443-AB02-2BCBC7797572}" type="datetimeFigureOut">
              <a:rPr lang="en-US" smtClean="0">
                <a:latin typeface="Averta Regular" panose="00000500000000000000" pitchFamily="50" charset="0"/>
              </a:rPr>
              <a:t>10/4/2022</a:t>
            </a:fld>
            <a:endParaRPr lang="en-US" dirty="0">
              <a:latin typeface="Averta Regular" panose="00000500000000000000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verta Regular" panose="00000500000000000000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1DC8B-0A09-DC4E-ABCE-FAAA12F0302B}" type="slidenum">
              <a:rPr lang="en-US" smtClean="0">
                <a:latin typeface="Averta Regular" panose="00000500000000000000" pitchFamily="50" charset="0"/>
              </a:rPr>
              <a:t>‹#›</a:t>
            </a:fld>
            <a:endParaRPr lang="en-US" dirty="0">
              <a:latin typeface="Averta Regular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5749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verta Regular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verta Regular" panose="00000500000000000000" pitchFamily="50" charset="0"/>
              </a:defRPr>
            </a:lvl1pPr>
          </a:lstStyle>
          <a:p>
            <a:fld id="{247A641A-FC50-3840-A830-42D90553FE8C}" type="datetimeFigureOut">
              <a:rPr lang="en-US" smtClean="0"/>
              <a:pPr/>
              <a:t>10/4/2022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verta Regular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verta Regular" panose="00000500000000000000" pitchFamily="50" charset="0"/>
              </a:defRPr>
            </a:lvl1pPr>
          </a:lstStyle>
          <a:p>
            <a:fld id="{8C896355-3DDC-9949-861F-AD0908BFCC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verta Regular" panose="00000500000000000000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verta Regular" panose="00000500000000000000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verta Regular" panose="00000500000000000000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verta Regular" panose="00000500000000000000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verta Regular" panose="00000500000000000000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3">
            <a:extLst>
              <a:ext uri="{FF2B5EF4-FFF2-40B4-BE49-F238E27FC236}">
                <a16:creationId xmlns:a16="http://schemas.microsoft.com/office/drawing/2014/main" id="{D3B9674E-5206-C261-8B96-1371F72E3C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" b="6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D2157E6-8B87-468B-6368-3F848A035A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873" y="6418877"/>
            <a:ext cx="513735" cy="227164"/>
          </a:xfrm>
          <a:prstGeom prst="rect">
            <a:avLst/>
          </a:prstGeom>
        </p:spPr>
        <p:txBody>
          <a:bodyPr/>
          <a:lstStyle>
            <a:lvl1pPr>
              <a:defRPr>
                <a:latin typeface="Averta Regular" panose="00000500000000000000" pitchFamily="50" charset="0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316FD2-6268-03BC-D41D-239601267B31}"/>
              </a:ext>
            </a:extLst>
          </p:cNvPr>
          <p:cNvCxnSpPr>
            <a:cxnSpLocks/>
          </p:cNvCxnSpPr>
          <p:nvPr userDrawn="1"/>
        </p:nvCxnSpPr>
        <p:spPr>
          <a:xfrm>
            <a:off x="985480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65A7A0C-F6E2-A53D-023F-C1BA2F5BFD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21432" y="582482"/>
            <a:ext cx="3187700" cy="508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87FCF4AB-5896-2357-EFB1-230BB31433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2578" y="2535543"/>
            <a:ext cx="6322221" cy="2112657"/>
          </a:xfrm>
        </p:spPr>
        <p:txBody>
          <a:bodyPr/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sz="4400" b="1" dirty="0" err="1">
                <a:solidFill>
                  <a:schemeClr val="bg1"/>
                </a:solidFill>
                <a:latin typeface="Averta ExtraBold" pitchFamily="2" charset="77"/>
              </a:rPr>
              <a:t>Vị</a:t>
            </a:r>
            <a:r>
              <a:rPr lang="en-US" sz="4400" b="1" dirty="0">
                <a:solidFill>
                  <a:schemeClr val="bg1"/>
                </a:solidFill>
                <a:latin typeface="Averta ExtraBold" pitchFamily="2" charset="77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Averta ExtraBold" pitchFamily="2" charset="77"/>
              </a:rPr>
              <a:t>trí</a:t>
            </a:r>
            <a:r>
              <a:rPr lang="en-US" sz="4400" b="1" dirty="0">
                <a:solidFill>
                  <a:schemeClr val="bg1"/>
                </a:solidFill>
                <a:latin typeface="Averta ExtraBold" pitchFamily="2" charset="77"/>
              </a:rPr>
              <a:t> headline </a:t>
            </a:r>
            <a:r>
              <a:rPr lang="en-US" sz="4400" b="1" dirty="0" err="1">
                <a:solidFill>
                  <a:schemeClr val="bg1"/>
                </a:solidFill>
                <a:latin typeface="Averta ExtraBold" pitchFamily="2" charset="77"/>
              </a:rPr>
              <a:t>được</a:t>
            </a:r>
            <a:r>
              <a:rPr lang="en-US" sz="4400" b="1" dirty="0">
                <a:solidFill>
                  <a:schemeClr val="bg1"/>
                </a:solidFill>
                <a:latin typeface="Averta ExtraBold" pitchFamily="2" charset="77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Averta ExtraBold" pitchFamily="2" charset="77"/>
              </a:rPr>
              <a:t>đặt</a:t>
            </a:r>
            <a:r>
              <a:rPr lang="en-US" sz="4400" b="1" dirty="0">
                <a:solidFill>
                  <a:schemeClr val="bg1"/>
                </a:solidFill>
                <a:latin typeface="Averta ExtraBold" pitchFamily="2" charset="77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Averta ExtraBold" pitchFamily="2" charset="77"/>
              </a:rPr>
              <a:t>tại</a:t>
            </a:r>
            <a:r>
              <a:rPr lang="en-US" sz="4400" b="1" dirty="0">
                <a:solidFill>
                  <a:schemeClr val="bg1"/>
                </a:solidFill>
                <a:latin typeface="Averta ExtraBold" pitchFamily="2" charset="77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Averta ExtraBold" pitchFamily="2" charset="77"/>
              </a:rPr>
              <a:t>đây</a:t>
            </a:r>
            <a:r>
              <a:rPr lang="en-US" sz="4400" b="1" dirty="0">
                <a:solidFill>
                  <a:srgbClr val="92D050"/>
                </a:solidFill>
                <a:latin typeface="Averta ExtraBold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12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6EF90BD8-CFDC-CE0B-2248-D8B8EDB352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1561232"/>
            <a:ext cx="3390900" cy="172700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spc="0" dirty="0" err="1">
                <a:latin typeface="Averta ExtraBold" pitchFamily="2" charset="77"/>
              </a:rPr>
              <a:t>Vị</a:t>
            </a:r>
            <a:r>
              <a:rPr lang="en-US" b="1" spc="0" dirty="0">
                <a:latin typeface="Averta ExtraBold" pitchFamily="2" charset="77"/>
              </a:rPr>
              <a:t> </a:t>
            </a:r>
            <a:r>
              <a:rPr lang="en-US" b="1" spc="0" dirty="0" err="1">
                <a:latin typeface="Averta ExtraBold" pitchFamily="2" charset="77"/>
              </a:rPr>
              <a:t>trí</a:t>
            </a:r>
            <a:r>
              <a:rPr lang="en-US" b="1" spc="0" dirty="0">
                <a:latin typeface="Averta ExtraBold" pitchFamily="2" charset="77"/>
              </a:rPr>
              <a:t> headline</a:t>
            </a:r>
            <a:r>
              <a:rPr lang="en-US" sz="4400" b="1" dirty="0">
                <a:solidFill>
                  <a:srgbClr val="92D050"/>
                </a:solidFill>
                <a:latin typeface="Averta ExtraBold" pitchFamily="2" charset="77"/>
              </a:rPr>
              <a:t>.</a:t>
            </a:r>
            <a:endParaRPr lang="en-US" b="1" spc="0" dirty="0">
              <a:solidFill>
                <a:srgbClr val="92D050"/>
              </a:solidFill>
              <a:latin typeface="Averta ExtraBold" pitchFamily="2" charset="77"/>
            </a:endParaRPr>
          </a:p>
        </p:txBody>
      </p:sp>
      <p:sp>
        <p:nvSpPr>
          <p:cNvPr id="24" name="Номер слайда 21">
            <a:extLst>
              <a:ext uri="{FF2B5EF4-FFF2-40B4-BE49-F238E27FC236}">
                <a16:creationId xmlns:a16="http://schemas.microsoft.com/office/drawing/2014/main" id="{682801F5-D67E-15F6-E61F-05028FDE9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873" y="6418877"/>
            <a:ext cx="513735" cy="227164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>
                    <a:alpha val="70000"/>
                  </a:schemeClr>
                </a:solidFill>
                <a:latin typeface="Averta Regular" panose="00000500000000000000" pitchFamily="50" charset="0"/>
                <a:ea typeface="Jost" pitchFamily="2" charset="0"/>
                <a:cs typeface="Averta Regular" panose="00000500000000000000" pitchFamily="50" charset="0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9AF3FCF-F967-AC2A-40EA-C65CEB0C2BC5}"/>
              </a:ext>
            </a:extLst>
          </p:cNvPr>
          <p:cNvCxnSpPr/>
          <p:nvPr userDrawn="1"/>
        </p:nvCxnSpPr>
        <p:spPr>
          <a:xfrm>
            <a:off x="985480" y="0"/>
            <a:ext cx="0" cy="685800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AF8D5356-018F-AB9B-C114-37C2BEDF3B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1608" y="3244850"/>
            <a:ext cx="508000" cy="368300"/>
          </a:xfrm>
          <a:prstGeom prst="rect">
            <a:avLst/>
          </a:prstGeom>
        </p:spPr>
      </p:pic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53985B1-F080-C9E2-B82B-5C9B71566C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66899" y="3613150"/>
            <a:ext cx="6753225" cy="2427432"/>
          </a:xfrm>
        </p:spPr>
        <p:txBody>
          <a:bodyPr>
            <a:no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>
                <a:latin typeface="Averta Regular" panose="00000500000000000000" pitchFamily="50" charset="0"/>
              </a:defRPr>
            </a:lvl1pPr>
            <a:lvl2pPr marL="800100" indent="-342900">
              <a:buFont typeface="Wingdings" panose="05000000000000000000" pitchFamily="2" charset="2"/>
              <a:buChar char="Ø"/>
              <a:defRPr sz="2000">
                <a:latin typeface="Averta Regular" panose="00000500000000000000" pitchFamily="50" charset="0"/>
              </a:defRPr>
            </a:lvl2pPr>
            <a:lvl3pPr marL="1028700" indent="-228600">
              <a:buFont typeface="Wingdings" panose="05000000000000000000" pitchFamily="2" charset="2"/>
              <a:buChar char="q"/>
              <a:defRPr sz="1400">
                <a:latin typeface="Averta Regular" panose="00000500000000000000" pitchFamily="50" charset="0"/>
              </a:defRPr>
            </a:lvl3pPr>
            <a:lvl4pPr marL="1200150" indent="-171450">
              <a:buFont typeface="Wingdings" panose="05000000000000000000" pitchFamily="2" charset="2"/>
              <a:buChar char="v"/>
              <a:defRPr sz="1050">
                <a:latin typeface="Averta Regular" panose="00000500000000000000" pitchFamily="50" charset="0"/>
              </a:defRPr>
            </a:lvl4pPr>
            <a:lvl5pPr marL="1371600" indent="-171450">
              <a:buFont typeface="Wingdings" panose="05000000000000000000" pitchFamily="2" charset="2"/>
              <a:buChar char="ü"/>
              <a:defRPr sz="1050">
                <a:latin typeface="Averta Regular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075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80DA1A-E846-7939-25CC-079DBA717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3715470"/>
            <a:ext cx="2479813" cy="162161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400" b="1" spc="0" dirty="0" err="1">
                <a:latin typeface="Averta ExtraBold" pitchFamily="2" charset="77"/>
              </a:rPr>
              <a:t>Vị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trí</a:t>
            </a:r>
            <a:r>
              <a:rPr lang="en-US" sz="4400" b="1" spc="0" dirty="0">
                <a:latin typeface="Averta ExtraBold" pitchFamily="2" charset="77"/>
              </a:rPr>
              <a:t> headline</a:t>
            </a:r>
            <a:r>
              <a:rPr lang="en-US" sz="4400" b="1" dirty="0">
                <a:solidFill>
                  <a:srgbClr val="92D050"/>
                </a:solidFill>
                <a:latin typeface="Averta ExtraBold" pitchFamily="2" charset="77"/>
              </a:rPr>
              <a:t>.</a:t>
            </a:r>
            <a:endParaRPr lang="en-US" sz="4400" b="1" spc="0" dirty="0">
              <a:solidFill>
                <a:srgbClr val="92D050"/>
              </a:solidFill>
              <a:latin typeface="Averta ExtraBold" pitchFamily="2" charset="77"/>
            </a:endParaRPr>
          </a:p>
        </p:txBody>
      </p:sp>
      <p:sp>
        <p:nvSpPr>
          <p:cNvPr id="9" name="Номер слайда 21">
            <a:extLst>
              <a:ext uri="{FF2B5EF4-FFF2-40B4-BE49-F238E27FC236}">
                <a16:creationId xmlns:a16="http://schemas.microsoft.com/office/drawing/2014/main" id="{92C30C21-1F7A-437F-E9C1-02BB80BDD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873" y="6418877"/>
            <a:ext cx="513735" cy="227164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>
                    <a:alpha val="70000"/>
                  </a:schemeClr>
                </a:solidFill>
                <a:latin typeface="Averta Regular" panose="00000500000000000000" pitchFamily="50" charset="0"/>
                <a:ea typeface="Jost" pitchFamily="2" charset="0"/>
                <a:cs typeface="Averta Regular" panose="00000500000000000000" pitchFamily="50" charset="0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FACC56-1F0C-6878-2758-CFD828655581}"/>
              </a:ext>
            </a:extLst>
          </p:cNvPr>
          <p:cNvCxnSpPr/>
          <p:nvPr userDrawn="1"/>
        </p:nvCxnSpPr>
        <p:spPr>
          <a:xfrm>
            <a:off x="985480" y="0"/>
            <a:ext cx="0" cy="685800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2AA1E1A-19E6-C9C6-EEA9-BC6EEF3446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1608" y="3244850"/>
            <a:ext cx="508000" cy="368300"/>
          </a:xfrm>
          <a:prstGeom prst="rect">
            <a:avLst/>
          </a:prstGeom>
        </p:spPr>
      </p:pic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5EB62C28-4EA3-99BF-9EED-493834872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86401" y="3715469"/>
            <a:ext cx="6134099" cy="2703407"/>
          </a:xfrm>
        </p:spPr>
        <p:txBody>
          <a:bodyPr>
            <a:no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>
                <a:latin typeface="Averta Regular" panose="00000500000000000000" pitchFamily="50" charset="0"/>
              </a:defRPr>
            </a:lvl1pPr>
            <a:lvl2pPr marL="800100" indent="-342900">
              <a:buFont typeface="Wingdings" panose="05000000000000000000" pitchFamily="2" charset="2"/>
              <a:buChar char="Ø"/>
              <a:defRPr sz="2000">
                <a:latin typeface="Averta Regular" panose="00000500000000000000" pitchFamily="50" charset="0"/>
              </a:defRPr>
            </a:lvl2pPr>
            <a:lvl3pPr marL="1028700" indent="-228600">
              <a:buFont typeface="Wingdings" panose="05000000000000000000" pitchFamily="2" charset="2"/>
              <a:buChar char="q"/>
              <a:defRPr sz="1400">
                <a:latin typeface="Averta Regular" panose="00000500000000000000" pitchFamily="50" charset="0"/>
              </a:defRPr>
            </a:lvl3pPr>
            <a:lvl4pPr marL="1200150" indent="-171450">
              <a:buFont typeface="Wingdings" panose="05000000000000000000" pitchFamily="2" charset="2"/>
              <a:buChar char="v"/>
              <a:defRPr sz="1050">
                <a:latin typeface="Averta Regular" panose="00000500000000000000" pitchFamily="50" charset="0"/>
              </a:defRPr>
            </a:lvl4pPr>
            <a:lvl5pPr marL="1371600" indent="-171450">
              <a:buFont typeface="Wingdings" panose="05000000000000000000" pitchFamily="2" charset="2"/>
              <a:buChar char="ü"/>
              <a:defRPr sz="1050">
                <a:latin typeface="Averta Regular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9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137642C-F49E-5C3D-F163-CC8579110A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1105"/>
            <a:ext cx="9486900" cy="78524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z="4400" b="1" spc="0" dirty="0" err="1">
                <a:latin typeface="Averta ExtraBold" pitchFamily="2" charset="77"/>
              </a:rPr>
              <a:t>Nhập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để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thay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đổi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healine</a:t>
            </a:r>
            <a:r>
              <a:rPr lang="en-US" sz="4400" b="1" spc="0" dirty="0">
                <a:solidFill>
                  <a:srgbClr val="92D050"/>
                </a:solidFill>
                <a:latin typeface="Averta ExtraBold" pitchFamily="2" charset="77"/>
              </a:rPr>
              <a:t>.</a:t>
            </a:r>
          </a:p>
        </p:txBody>
      </p:sp>
      <p:sp>
        <p:nvSpPr>
          <p:cNvPr id="9" name="Номер слайда 21">
            <a:extLst>
              <a:ext uri="{FF2B5EF4-FFF2-40B4-BE49-F238E27FC236}">
                <a16:creationId xmlns:a16="http://schemas.microsoft.com/office/drawing/2014/main" id="{6109CB5C-63C5-D518-E5A7-C08B2824C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873" y="6418877"/>
            <a:ext cx="513735" cy="227164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>
                    <a:alpha val="70000"/>
                  </a:schemeClr>
                </a:solidFill>
                <a:latin typeface="Averta Regular" panose="00000500000000000000" pitchFamily="50" charset="0"/>
                <a:ea typeface="Jost" pitchFamily="2" charset="0"/>
                <a:cs typeface="Averta Regular" panose="00000500000000000000" pitchFamily="50" charset="0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075B01-C366-BB5D-4701-C8DE84001798}"/>
              </a:ext>
            </a:extLst>
          </p:cNvPr>
          <p:cNvCxnSpPr/>
          <p:nvPr userDrawn="1"/>
        </p:nvCxnSpPr>
        <p:spPr>
          <a:xfrm>
            <a:off x="985480" y="0"/>
            <a:ext cx="0" cy="685800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6B677E3-A32D-592C-3700-F2E03D8034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1608" y="3244850"/>
            <a:ext cx="508000" cy="368300"/>
          </a:xfrm>
          <a:prstGeom prst="rect">
            <a:avLst/>
          </a:prstGeom>
        </p:spPr>
      </p:pic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14C32747-E53B-297A-F8E8-52E773DAF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66899" y="1590675"/>
            <a:ext cx="9486900" cy="457200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600">
                <a:latin typeface="Averta Regular" panose="00000500000000000000" pitchFamily="50" charset="0"/>
              </a:defRPr>
            </a:lvl1pPr>
            <a:lvl2pPr marL="800100" indent="-342900">
              <a:buFont typeface="Wingdings" panose="05000000000000000000" pitchFamily="2" charset="2"/>
              <a:buChar char="Ø"/>
              <a:defRPr sz="2400">
                <a:latin typeface="Averta Regular" panose="00000500000000000000" pitchFamily="50" charset="0"/>
              </a:defRPr>
            </a:lvl2pPr>
            <a:lvl3pPr marL="1028700" indent="-228600">
              <a:buFont typeface="Wingdings" panose="05000000000000000000" pitchFamily="2" charset="2"/>
              <a:buChar char="q"/>
              <a:defRPr sz="1600">
                <a:latin typeface="Averta Regular" panose="00000500000000000000" pitchFamily="50" charset="0"/>
              </a:defRPr>
            </a:lvl3pPr>
            <a:lvl4pPr marL="1200150" indent="-171450">
              <a:buFont typeface="Wingdings" panose="05000000000000000000" pitchFamily="2" charset="2"/>
              <a:buChar char="v"/>
              <a:defRPr sz="1100">
                <a:latin typeface="Averta Regular" panose="00000500000000000000" pitchFamily="50" charset="0"/>
              </a:defRPr>
            </a:lvl4pPr>
            <a:lvl5pPr marL="1371600" indent="-171450">
              <a:buFont typeface="Wingdings" panose="05000000000000000000" pitchFamily="2" charset="2"/>
              <a:buChar char="ü"/>
              <a:defRPr sz="1100">
                <a:latin typeface="Averta Regular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EAB7C4-2302-02FE-C5DD-64D80CEE7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BE4649-EDFE-ACFA-2C0A-913FBE76EE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1106"/>
            <a:ext cx="9753600" cy="851920"/>
          </a:xfrm>
        </p:spPr>
        <p:txBody>
          <a:bodyPr/>
          <a:lstStyle>
            <a:lvl1pPr>
              <a:defRPr/>
            </a:lvl1pPr>
          </a:lstStyle>
          <a:p>
            <a:r>
              <a:rPr lang="en-US" sz="4400" b="1" spc="0" dirty="0" err="1">
                <a:latin typeface="Averta ExtraBold" pitchFamily="2" charset="77"/>
              </a:rPr>
              <a:t>Bố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trí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các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biểu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đồ</a:t>
            </a:r>
            <a:r>
              <a:rPr lang="en-US" sz="4400" b="1" spc="0" dirty="0">
                <a:solidFill>
                  <a:srgbClr val="92D050"/>
                </a:solidFill>
                <a:latin typeface="Averta ExtraBold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69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C21AA1-DEB8-F132-C473-C127BE2F14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C8071F-265F-48A8-0D66-C4B4EC4C63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1106"/>
            <a:ext cx="9753600" cy="840514"/>
          </a:xfrm>
        </p:spPr>
        <p:txBody>
          <a:bodyPr/>
          <a:lstStyle/>
          <a:p>
            <a:r>
              <a:rPr lang="en-US" sz="4400" b="1" spc="0" dirty="0" err="1">
                <a:latin typeface="Averta ExtraBold" pitchFamily="2" charset="77"/>
              </a:rPr>
              <a:t>Bố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trí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các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biểu</a:t>
            </a:r>
            <a:r>
              <a:rPr lang="en-US" sz="4400" b="1" spc="0" dirty="0">
                <a:latin typeface="Averta ExtraBold" pitchFamily="2" charset="77"/>
              </a:rPr>
              <a:t> </a:t>
            </a:r>
            <a:r>
              <a:rPr lang="en-US" sz="4400" b="1" spc="0" dirty="0" err="1">
                <a:latin typeface="Averta ExtraBold" pitchFamily="2" charset="77"/>
              </a:rPr>
              <a:t>đồ</a:t>
            </a:r>
            <a:r>
              <a:rPr lang="en-US" sz="4400" b="1" spc="0" dirty="0">
                <a:solidFill>
                  <a:srgbClr val="92D050"/>
                </a:solidFill>
                <a:latin typeface="Averta ExtraBold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448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3">
            <a:extLst>
              <a:ext uri="{FF2B5EF4-FFF2-40B4-BE49-F238E27FC236}">
                <a16:creationId xmlns:a16="http://schemas.microsoft.com/office/drawing/2014/main" id="{887AABD3-6AAA-9901-2813-3303B7A6FF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" b="6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FF8404-114A-653A-F0CC-2C16C63C7E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21432" y="582482"/>
            <a:ext cx="3187700" cy="5080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C265A2-0CE7-1E6F-737D-7E91C888BD35}"/>
              </a:ext>
            </a:extLst>
          </p:cNvPr>
          <p:cNvCxnSpPr>
            <a:cxnSpLocks/>
          </p:cNvCxnSpPr>
          <p:nvPr userDrawn="1"/>
        </p:nvCxnSpPr>
        <p:spPr>
          <a:xfrm>
            <a:off x="985480" y="0"/>
            <a:ext cx="0" cy="685800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Номер слайда 21">
            <a:extLst>
              <a:ext uri="{FF2B5EF4-FFF2-40B4-BE49-F238E27FC236}">
                <a16:creationId xmlns:a16="http://schemas.microsoft.com/office/drawing/2014/main" id="{1F7F4FEE-C513-415F-A777-A08AAEF52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873" y="6418877"/>
            <a:ext cx="513735" cy="227164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>
                    <a:alpha val="70000"/>
                  </a:schemeClr>
                </a:solidFill>
                <a:latin typeface="Averta Regular" panose="00000500000000000000" pitchFamily="50" charset="0"/>
                <a:ea typeface="Jost" pitchFamily="2" charset="0"/>
                <a:cs typeface="Averta Regular" panose="00000500000000000000" pitchFamily="50" charset="0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10305E89-4623-C2E8-06DC-57E8813DC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8278" y="3316015"/>
            <a:ext cx="5100462" cy="2877395"/>
          </a:xfrm>
        </p:spPr>
        <p:txBody>
          <a:bodyPr/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  <a:latin typeface="Averta ExtraBold" pitchFamily="2" charset="77"/>
              </a:rPr>
              <a:t>Thanks for </a:t>
            </a:r>
            <a:br>
              <a:rPr lang="en-US" sz="4400" b="1" dirty="0">
                <a:solidFill>
                  <a:schemeClr val="bg1"/>
                </a:solidFill>
                <a:latin typeface="Averta ExtraBold" pitchFamily="2" charset="77"/>
              </a:rPr>
            </a:br>
            <a:r>
              <a:rPr lang="en-US" sz="4400" b="1" dirty="0">
                <a:solidFill>
                  <a:schemeClr val="bg1"/>
                </a:solidFill>
                <a:latin typeface="Averta ExtraBold" pitchFamily="2" charset="77"/>
              </a:rPr>
              <a:t>reading</a:t>
            </a:r>
            <a:r>
              <a:rPr lang="en-US" sz="4400" b="1" dirty="0">
                <a:solidFill>
                  <a:srgbClr val="92D050"/>
                </a:solidFill>
                <a:latin typeface="Averta ExtraBold" pitchFamily="2" charset="77"/>
              </a:rPr>
              <a:t>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E90393E7-A2FD-6E3B-5677-5D1C5DDA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994934"/>
            <a:ext cx="9753600" cy="1487862"/>
          </a:xfrm>
          <a:prstGeom prst="rect">
            <a:avLst/>
          </a:prstGeom>
          <a:effectLst/>
        </p:spPr>
        <p:txBody>
          <a:bodyPr vert="horz" lIns="0" tIns="192024" rIns="0" bIns="0" rtlCol="0" anchor="t" anchorCtr="0">
            <a:noAutofit/>
          </a:bodyPr>
          <a:lstStyle/>
          <a:p>
            <a:r>
              <a:rPr lang="en-US" dirty="0"/>
              <a:t>YOUR TITLE HERE</a:t>
            </a:r>
            <a:r>
              <a:rPr lang="en-US" b="1" spc="0" dirty="0">
                <a:solidFill>
                  <a:srgbClr val="92D050"/>
                </a:solidFill>
                <a:latin typeface="Averta ExtraBold" pitchFamily="2" charset="77"/>
              </a:rPr>
              <a:t> .</a:t>
            </a:r>
            <a:endParaRPr lang="en-US" dirty="0"/>
          </a:p>
        </p:txBody>
      </p:sp>
      <p:sp>
        <p:nvSpPr>
          <p:cNvPr id="18" name="Номер слайда 21">
            <a:extLst>
              <a:ext uri="{FF2B5EF4-FFF2-40B4-BE49-F238E27FC236}">
                <a16:creationId xmlns:a16="http://schemas.microsoft.com/office/drawing/2014/main" id="{93DF42D3-E342-A359-7EBF-F8585CBDA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873" y="6418877"/>
            <a:ext cx="513735" cy="227164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>
                    <a:alpha val="70000"/>
                  </a:schemeClr>
                </a:solidFill>
                <a:effectLst/>
                <a:latin typeface="Averta Regular" panose="00000500000000000000" pitchFamily="50" charset="0"/>
                <a:ea typeface="Jost" pitchFamily="2" charset="0"/>
                <a:cs typeface="Averta Regular" panose="00000500000000000000" pitchFamily="50" charset="0"/>
              </a:defRPr>
            </a:lvl1pPr>
          </a:lstStyle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92D584E-8E28-856F-D238-93079D104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6900" y="2514600"/>
            <a:ext cx="9753600" cy="311044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D055F9-E9AE-2A81-4AC3-74E097AC71DF}"/>
              </a:ext>
            </a:extLst>
          </p:cNvPr>
          <p:cNvCxnSpPr/>
          <p:nvPr userDrawn="1"/>
        </p:nvCxnSpPr>
        <p:spPr>
          <a:xfrm>
            <a:off x="985480" y="0"/>
            <a:ext cx="0" cy="685800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0ED6440F-08D4-16B5-89B7-E6FC1BB2DAB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41608" y="3244850"/>
            <a:ext cx="5080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8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18" r:id="rId2"/>
    <p:sldLayoutId id="2147484009" r:id="rId3"/>
    <p:sldLayoutId id="2147484012" r:id="rId4"/>
    <p:sldLayoutId id="2147484056" r:id="rId5"/>
    <p:sldLayoutId id="2147484057" r:id="rId6"/>
    <p:sldLayoutId id="2147484011" r:id="rId7"/>
  </p:sldLayoutIdLst>
  <p:hf hdr="0" ftr="0" dt="0"/>
  <p:txStyles>
    <p:titleStyle>
      <a:lvl1pPr algn="l" defTabSz="914318" rtl="0" eaLnBrk="1" latinLnBrk="0" hangingPunct="1">
        <a:lnSpc>
          <a:spcPct val="80000"/>
        </a:lnSpc>
        <a:spcBef>
          <a:spcPct val="0"/>
        </a:spcBef>
        <a:buNone/>
        <a:defRPr sz="4400" b="1" kern="1200" spc="-151" baseline="0">
          <a:solidFill>
            <a:schemeClr val="tx1"/>
          </a:solidFill>
          <a:latin typeface="Averta ExtraBold"/>
          <a:ea typeface="+mj-ea"/>
          <a:cs typeface="+mj-cs"/>
        </a:defRPr>
      </a:lvl1pPr>
    </p:titleStyle>
    <p:bodyStyle>
      <a:lvl1pPr marL="0" indent="0" algn="l" defTabSz="914318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verta Regular" panose="00000500000000000000" pitchFamily="50" charset="0"/>
          <a:ea typeface="+mn-ea"/>
          <a:cs typeface="+mn-cs"/>
        </a:defRPr>
      </a:lvl1pPr>
      <a:lvl2pPr marL="0" indent="0" algn="l" defTabSz="914318" rtl="0" eaLnBrk="1" latinLnBrk="0" hangingPunct="1">
        <a:lnSpc>
          <a:spcPct val="120000"/>
        </a:lnSpc>
        <a:spcBef>
          <a:spcPts val="499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verta Regular" panose="00000500000000000000" pitchFamily="50" charset="0"/>
          <a:ea typeface="+mn-ea"/>
          <a:cs typeface="+mn-cs"/>
        </a:defRPr>
      </a:lvl2pPr>
      <a:lvl3pPr marL="0" indent="0" algn="l" defTabSz="914318" rtl="0" eaLnBrk="1" latinLnBrk="0" hangingPunct="1">
        <a:lnSpc>
          <a:spcPct val="120000"/>
        </a:lnSpc>
        <a:spcBef>
          <a:spcPts val="499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verta Regular" panose="00000500000000000000" pitchFamily="50" charset="0"/>
          <a:ea typeface="+mn-ea"/>
          <a:cs typeface="+mn-cs"/>
        </a:defRPr>
      </a:lvl3pPr>
      <a:lvl4pPr marL="0" indent="0" algn="l" defTabSz="914318" rtl="0" eaLnBrk="1" latinLnBrk="0" hangingPunct="1">
        <a:lnSpc>
          <a:spcPct val="120000"/>
        </a:lnSpc>
        <a:spcBef>
          <a:spcPts val="499"/>
        </a:spcBef>
        <a:buFont typeface="Arial" panose="020B0604020202020204" pitchFamily="34" charset="0"/>
        <a:buNone/>
        <a:defRPr sz="1000" kern="1200">
          <a:solidFill>
            <a:schemeClr val="tx1">
              <a:alpha val="70000"/>
            </a:schemeClr>
          </a:solidFill>
          <a:latin typeface="Averta Regular" panose="00000500000000000000" pitchFamily="50" charset="0"/>
          <a:ea typeface="+mn-ea"/>
          <a:cs typeface="+mn-cs"/>
        </a:defRPr>
      </a:lvl4pPr>
      <a:lvl5pPr marL="0" indent="0" algn="l" defTabSz="914318" rtl="0" eaLnBrk="1" latinLnBrk="0" hangingPunct="1">
        <a:lnSpc>
          <a:spcPct val="120000"/>
        </a:lnSpc>
        <a:spcBef>
          <a:spcPts val="499"/>
        </a:spcBef>
        <a:buFont typeface="Arial" panose="020B0604020202020204" pitchFamily="34" charset="0"/>
        <a:buNone/>
        <a:defRPr sz="1000" kern="1200" baseline="0">
          <a:solidFill>
            <a:schemeClr val="tx1">
              <a:alpha val="50000"/>
            </a:schemeClr>
          </a:solidFill>
          <a:latin typeface="Averta Regular" panose="00000500000000000000" pitchFamily="50" charset="0"/>
          <a:ea typeface="+mn-ea"/>
          <a:cs typeface="+mn-cs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F26B43"/>
          </p15:clr>
        </p15:guide>
        <p15:guide id="1" orient="horz" pos="2160">
          <p15:clr>
            <a:srgbClr val="F26B43"/>
          </p15:clr>
        </p15:guide>
        <p15:guide id="28" pos="624" userDrawn="1">
          <p15:clr>
            <a:srgbClr val="F26B43"/>
          </p15:clr>
        </p15:guide>
        <p15:guide id="29" pos="7320" userDrawn="1">
          <p15:clr>
            <a:srgbClr val="F26B43"/>
          </p15:clr>
        </p15:guide>
        <p15:guide id="48" pos="1176" userDrawn="1">
          <p15:clr>
            <a:srgbClr val="F26B43"/>
          </p15:clr>
        </p15:guide>
        <p15:guide id="51" orient="horz" pos="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43D8F2-B78D-C092-4F7C-4BE8871121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F3B1CD-97C3-CC37-07CA-F8F7CDBEC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678" y="2519680"/>
            <a:ext cx="8438042" cy="2407920"/>
          </a:xfrm>
        </p:spPr>
        <p:txBody>
          <a:bodyPr/>
          <a:lstStyle/>
          <a:p>
            <a:endParaRPr lang="en-US" dirty="0">
              <a:latin typeface="Averta Semibold" panose="00000700000000000000" pitchFamily="50" charset="0"/>
              <a:ea typeface="Jost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C35B1-F130-189C-2659-DCBB0DE4C840}"/>
              </a:ext>
            </a:extLst>
          </p:cNvPr>
          <p:cNvSpPr txBox="1"/>
          <p:nvPr/>
        </p:nvSpPr>
        <p:spPr>
          <a:xfrm>
            <a:off x="11206520" y="582482"/>
            <a:ext cx="6002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verta Regular" panose="00000500000000000000" pitchFamily="50" charset="0"/>
              </a:rPr>
              <a:t>01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verta Regular" panose="00000500000000000000" pitchFamily="50" charset="0"/>
              </a:rPr>
              <a:t>/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verta Regular" panose="00000500000000000000" pitchFamily="50" charset="0"/>
              </a:rPr>
              <a:t>01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verta Regular" panose="00000500000000000000" pitchFamily="50" charset="0"/>
              </a:rPr>
              <a:t>/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verta Regular" panose="00000500000000000000" pitchFamily="50" charset="0"/>
              </a:rPr>
              <a:t>2022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D85BB85E-D01A-D868-F7E4-5BBB27DA8EB6}"/>
              </a:ext>
            </a:extLst>
          </p:cNvPr>
          <p:cNvSpPr txBox="1">
            <a:spLocks/>
          </p:cNvSpPr>
          <p:nvPr/>
        </p:nvSpPr>
        <p:spPr>
          <a:xfrm>
            <a:off x="1640678" y="5191760"/>
            <a:ext cx="8438042" cy="1227116"/>
          </a:xfrm>
          <a:prstGeom prst="rect">
            <a:avLst/>
          </a:prstGeom>
          <a:effectLst/>
        </p:spPr>
        <p:txBody>
          <a:bodyPr vert="horz" lIns="0" tIns="192024" rIns="0" bIns="0" rtlCol="0" anchor="t" anchorCtr="0">
            <a:noAutofit/>
          </a:bodyPr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500" b="1" kern="1200" spc="-151" baseline="0">
                <a:solidFill>
                  <a:schemeClr val="bg1"/>
                </a:solidFill>
                <a:latin typeface="Averta ExtraBold"/>
                <a:ea typeface="+mj-ea"/>
                <a:cs typeface="+mj-cs"/>
              </a:defRPr>
            </a:lvl1pPr>
          </a:lstStyle>
          <a:p>
            <a:r>
              <a:rPr lang="en-US" sz="3200" spc="0" dirty="0">
                <a:latin typeface="Averta Thin" panose="00000300000000000000" pitchFamily="50" charset="0"/>
                <a:ea typeface="Jost SemiBold" pitchFamily="2" charset="0"/>
              </a:rPr>
              <a:t>MemoryZone by SieuToc</a:t>
            </a:r>
          </a:p>
          <a:p>
            <a:r>
              <a:rPr lang="en-US" sz="3200" spc="0" dirty="0">
                <a:latin typeface="Averta Thin" panose="00000300000000000000" pitchFamily="50" charset="0"/>
                <a:ea typeface="Jost SemiBold" pitchFamily="2" charset="0"/>
              </a:rPr>
              <a:t>Marketing Dept.</a:t>
            </a:r>
          </a:p>
        </p:txBody>
      </p:sp>
    </p:spTree>
    <p:extLst>
      <p:ext uri="{BB962C8B-B14F-4D97-AF65-F5344CB8AC3E}">
        <p14:creationId xmlns:p14="http://schemas.microsoft.com/office/powerpoint/2010/main" val="79712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02F14F-C87F-6765-93B2-54A1B5AF4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0F5084-56E3-6BFC-774C-F4D30C534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812DAC-53E1-9113-E48E-0BF89B531D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3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6D1574-7F06-F25B-6E5D-F3B2103D6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7B0C76-A5E2-986B-3175-FBF305C3F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44CBB0-8124-AB26-81BD-F54E1A3C54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8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8A8E60-B853-C7D6-09AC-4FCFAE3A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0974B0-5436-BA9C-50B6-C76C63B5C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7FE330-65F1-2EAE-DD4B-43AD73B294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19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824D2-0624-B87B-3CB8-5753097FEC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EB48DB-5359-70D8-7436-0F7631812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9CB5132-0022-E7C0-2BBE-0062877FA0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4896028"/>
              </p:ext>
            </p:extLst>
          </p:nvPr>
        </p:nvGraphicFramePr>
        <p:xfrm>
          <a:off x="1429734" y="2336572"/>
          <a:ext cx="2722636" cy="2152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Текст 7">
            <a:extLst>
              <a:ext uri="{FF2B5EF4-FFF2-40B4-BE49-F238E27FC236}">
                <a16:creationId xmlns:a16="http://schemas.microsoft.com/office/drawing/2014/main" id="{3E9101EC-B4CF-191C-AA85-C397759C2203}"/>
              </a:ext>
            </a:extLst>
          </p:cNvPr>
          <p:cNvSpPr txBox="1">
            <a:spLocks/>
          </p:cNvSpPr>
          <p:nvPr/>
        </p:nvSpPr>
        <p:spPr>
          <a:xfrm>
            <a:off x="2208592" y="3143019"/>
            <a:ext cx="1164908" cy="523874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marL="0" marR="0" indent="0" algn="ctr" defTabSz="914318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kern="1200" baseline="0">
                <a:solidFill>
                  <a:schemeClr val="tx1"/>
                </a:solidFill>
                <a:latin typeface="+mj-lt"/>
                <a:ea typeface="Source Sans Pro" charset="0"/>
                <a:cs typeface="Source Sans Pro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3pPr>
            <a:lvl4pPr marL="1600200" indent="-22860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>
                <a:latin typeface="Averta Bold" panose="00000800000000000000" pitchFamily="50" charset="0"/>
                <a:ea typeface="Butler" charset="0"/>
                <a:cs typeface="Butler" charset="0"/>
              </a:rPr>
              <a:t>50%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5BAEEFD-F472-118B-AE5B-CB6F0DCD01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2207038"/>
              </p:ext>
            </p:extLst>
          </p:nvPr>
        </p:nvGraphicFramePr>
        <p:xfrm>
          <a:off x="3987542" y="2336572"/>
          <a:ext cx="2722636" cy="2152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Текст 7">
            <a:extLst>
              <a:ext uri="{FF2B5EF4-FFF2-40B4-BE49-F238E27FC236}">
                <a16:creationId xmlns:a16="http://schemas.microsoft.com/office/drawing/2014/main" id="{B8DD53A3-6077-0363-77A0-F742AB1FDA62}"/>
              </a:ext>
            </a:extLst>
          </p:cNvPr>
          <p:cNvSpPr txBox="1">
            <a:spLocks/>
          </p:cNvSpPr>
          <p:nvPr/>
        </p:nvSpPr>
        <p:spPr>
          <a:xfrm>
            <a:off x="4766401" y="3143019"/>
            <a:ext cx="1164908" cy="523874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marL="0" marR="0" indent="0" algn="ctr" defTabSz="914318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kern="1200" baseline="0">
                <a:solidFill>
                  <a:schemeClr val="tx1"/>
                </a:solidFill>
                <a:latin typeface="+mj-lt"/>
                <a:ea typeface="Source Sans Pro" charset="0"/>
                <a:cs typeface="Source Sans Pro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3pPr>
            <a:lvl4pPr marL="1600200" indent="-22860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>
                <a:latin typeface="Averta Bold" panose="00000800000000000000" pitchFamily="50" charset="0"/>
                <a:ea typeface="Butler" charset="0"/>
                <a:cs typeface="Butler" charset="0"/>
              </a:rPr>
              <a:t>30%</a:t>
            </a:r>
          </a:p>
        </p:txBody>
      </p:sp>
      <p:graphicFrame>
        <p:nvGraphicFramePr>
          <p:cNvPr id="11" name="Chart 4">
            <a:extLst>
              <a:ext uri="{FF2B5EF4-FFF2-40B4-BE49-F238E27FC236}">
                <a16:creationId xmlns:a16="http://schemas.microsoft.com/office/drawing/2014/main" id="{D5E71617-4555-EFA8-5E9D-29343BF43F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280062"/>
              </p:ext>
            </p:extLst>
          </p:nvPr>
        </p:nvGraphicFramePr>
        <p:xfrm>
          <a:off x="6565547" y="2336572"/>
          <a:ext cx="2722636" cy="2152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Текст 7">
            <a:extLst>
              <a:ext uri="{FF2B5EF4-FFF2-40B4-BE49-F238E27FC236}">
                <a16:creationId xmlns:a16="http://schemas.microsoft.com/office/drawing/2014/main" id="{C6724BB6-A081-5BAE-BF10-5AEB29C60ECD}"/>
              </a:ext>
            </a:extLst>
          </p:cNvPr>
          <p:cNvSpPr txBox="1">
            <a:spLocks/>
          </p:cNvSpPr>
          <p:nvPr/>
        </p:nvSpPr>
        <p:spPr>
          <a:xfrm>
            <a:off x="7344406" y="3143019"/>
            <a:ext cx="1164908" cy="523874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marL="0" marR="0" indent="0" algn="ctr" defTabSz="914318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kern="1200" baseline="0">
                <a:solidFill>
                  <a:schemeClr val="tx1"/>
                </a:solidFill>
                <a:latin typeface="+mj-lt"/>
                <a:ea typeface="Source Sans Pro" charset="0"/>
                <a:cs typeface="Source Sans Pro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3pPr>
            <a:lvl4pPr marL="1600200" indent="-22860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>
                <a:latin typeface="Averta Bold" panose="00000800000000000000" pitchFamily="50" charset="0"/>
                <a:ea typeface="Butler" charset="0"/>
                <a:cs typeface="Butler" charset="0"/>
              </a:rPr>
              <a:t>10%</a:t>
            </a:r>
          </a:p>
        </p:txBody>
      </p:sp>
      <p:graphicFrame>
        <p:nvGraphicFramePr>
          <p:cNvPr id="13" name="Chart 4">
            <a:extLst>
              <a:ext uri="{FF2B5EF4-FFF2-40B4-BE49-F238E27FC236}">
                <a16:creationId xmlns:a16="http://schemas.microsoft.com/office/drawing/2014/main" id="{6450EDA3-53AE-D73D-8287-41DADD18DE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5842374"/>
              </p:ext>
            </p:extLst>
          </p:nvPr>
        </p:nvGraphicFramePr>
        <p:xfrm>
          <a:off x="9144363" y="2336572"/>
          <a:ext cx="2722636" cy="2152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Текст 7">
            <a:extLst>
              <a:ext uri="{FF2B5EF4-FFF2-40B4-BE49-F238E27FC236}">
                <a16:creationId xmlns:a16="http://schemas.microsoft.com/office/drawing/2014/main" id="{0D73C94A-DE67-9A97-3177-D42DEAB52641}"/>
              </a:ext>
            </a:extLst>
          </p:cNvPr>
          <p:cNvSpPr txBox="1">
            <a:spLocks/>
          </p:cNvSpPr>
          <p:nvPr/>
        </p:nvSpPr>
        <p:spPr>
          <a:xfrm>
            <a:off x="9923222" y="3143019"/>
            <a:ext cx="1164908" cy="523874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marL="0" marR="0" indent="0" algn="ctr" defTabSz="914318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kern="1200" baseline="0">
                <a:solidFill>
                  <a:schemeClr val="tx1"/>
                </a:solidFill>
                <a:latin typeface="+mj-lt"/>
                <a:ea typeface="Source Sans Pro" charset="0"/>
                <a:cs typeface="Source Sans Pro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3pPr>
            <a:lvl4pPr marL="1600200" indent="-228600" algn="ctr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>
                    <a:alpha val="60000"/>
                  </a:schemeClr>
                </a:solidFill>
                <a:latin typeface="Source Sans Pro" charset="0"/>
                <a:ea typeface="Source Sans Pro" charset="0"/>
                <a:cs typeface="Source Sans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>
                <a:latin typeface="Averta Bold" panose="00000800000000000000" pitchFamily="50" charset="0"/>
                <a:ea typeface="Butler" charset="0"/>
                <a:cs typeface="Butler" charset="0"/>
              </a:rPr>
              <a:t>20%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D5E4FA-E844-5B1E-1C75-84EACD7DE192}"/>
              </a:ext>
            </a:extLst>
          </p:cNvPr>
          <p:cNvSpPr txBox="1"/>
          <p:nvPr/>
        </p:nvSpPr>
        <p:spPr>
          <a:xfrm>
            <a:off x="1866900" y="4713070"/>
            <a:ext cx="2153165" cy="23544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200" dirty="0">
                <a:latin typeface="Averta Regular" panose="00000500000000000000" pitchFamily="50" charset="0"/>
              </a:rPr>
              <a:t>CHART TITLE HERE</a:t>
            </a:r>
            <a:endParaRPr lang="en-US" sz="1200" dirty="0">
              <a:solidFill>
                <a:schemeClr val="accent1"/>
              </a:solidFill>
              <a:latin typeface="Averta Regular" panose="000005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EC5C6-1C11-9645-15C8-244D720E8DFA}"/>
              </a:ext>
            </a:extLst>
          </p:cNvPr>
          <p:cNvSpPr txBox="1"/>
          <p:nvPr/>
        </p:nvSpPr>
        <p:spPr>
          <a:xfrm>
            <a:off x="1866901" y="4993861"/>
            <a:ext cx="2120642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  <a:latin typeface="Averta Regular" panose="00000500000000000000" pitchFamily="50" charset="0"/>
              </a:rPr>
              <a:t>There are many variations of passages of Lorem Ipsum available, but the majority have.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588495-F212-1737-EB3E-538D6E3252DA}"/>
              </a:ext>
            </a:extLst>
          </p:cNvPr>
          <p:cNvSpPr txBox="1"/>
          <p:nvPr/>
        </p:nvSpPr>
        <p:spPr>
          <a:xfrm>
            <a:off x="4445334" y="4713070"/>
            <a:ext cx="2153165" cy="23544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200" dirty="0">
                <a:latin typeface="Averta Regular" panose="00000500000000000000" pitchFamily="50" charset="0"/>
              </a:rPr>
              <a:t>CHART TITLE HERE</a:t>
            </a:r>
            <a:endParaRPr lang="en-US" sz="1200" dirty="0">
              <a:solidFill>
                <a:schemeClr val="accent1"/>
              </a:solidFill>
              <a:latin typeface="Averta Regular" panose="00000500000000000000" pitchFamily="50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CCA939-19DD-7511-768A-3E9B287BED39}"/>
              </a:ext>
            </a:extLst>
          </p:cNvPr>
          <p:cNvSpPr txBox="1"/>
          <p:nvPr/>
        </p:nvSpPr>
        <p:spPr>
          <a:xfrm>
            <a:off x="4445335" y="4993861"/>
            <a:ext cx="2120642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  <a:latin typeface="Averta Regular" panose="00000500000000000000" pitchFamily="50" charset="0"/>
              </a:rPr>
              <a:t>There are many variations of passages of Lorem Ipsum available, but the majority have.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4A81E7-9301-63BD-6434-7A4832315CD1}"/>
              </a:ext>
            </a:extLst>
          </p:cNvPr>
          <p:cNvSpPr txBox="1"/>
          <p:nvPr/>
        </p:nvSpPr>
        <p:spPr>
          <a:xfrm>
            <a:off x="7023768" y="4713070"/>
            <a:ext cx="2153165" cy="23544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200" dirty="0">
                <a:latin typeface="Averta Regular" panose="00000500000000000000" pitchFamily="50" charset="0"/>
              </a:rPr>
              <a:t>CHART TITLE HERE</a:t>
            </a:r>
            <a:endParaRPr lang="en-US" sz="1200" dirty="0">
              <a:solidFill>
                <a:schemeClr val="accent1"/>
              </a:solidFill>
              <a:latin typeface="Averta Regular" panose="00000500000000000000" pitchFamily="50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CFB796-2868-5420-9D15-8284926C0453}"/>
              </a:ext>
            </a:extLst>
          </p:cNvPr>
          <p:cNvSpPr txBox="1"/>
          <p:nvPr/>
        </p:nvSpPr>
        <p:spPr>
          <a:xfrm>
            <a:off x="7023769" y="4993861"/>
            <a:ext cx="2120642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  <a:latin typeface="Averta Regular" panose="00000500000000000000" pitchFamily="50" charset="0"/>
              </a:rPr>
              <a:t>There are many variations of passages of Lorem Ipsum available, but the majority have.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7FA93E-90FA-AF86-C974-F32DD9976654}"/>
              </a:ext>
            </a:extLst>
          </p:cNvPr>
          <p:cNvSpPr txBox="1"/>
          <p:nvPr/>
        </p:nvSpPr>
        <p:spPr>
          <a:xfrm>
            <a:off x="9602202" y="4713070"/>
            <a:ext cx="2153165" cy="23544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200" dirty="0">
                <a:latin typeface="Averta Regular" panose="00000500000000000000" pitchFamily="50" charset="0"/>
              </a:rPr>
              <a:t>CHART TITLE HERE</a:t>
            </a:r>
            <a:endParaRPr lang="en-US" sz="1200" dirty="0">
              <a:solidFill>
                <a:schemeClr val="accent1"/>
              </a:solidFill>
              <a:latin typeface="Averta Regular" panose="00000500000000000000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A00C73-2813-358B-26AC-9B6D52A71D0E}"/>
              </a:ext>
            </a:extLst>
          </p:cNvPr>
          <p:cNvSpPr txBox="1"/>
          <p:nvPr/>
        </p:nvSpPr>
        <p:spPr>
          <a:xfrm>
            <a:off x="9602203" y="4993861"/>
            <a:ext cx="2120642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chemeClr val="tx1">
                    <a:alpha val="80000"/>
                  </a:schemeClr>
                </a:solidFill>
                <a:latin typeface="Averta Regular" panose="00000500000000000000" pitchFamily="50" charset="0"/>
              </a:rPr>
              <a:t>There are many variations of passages of Lorem Ipsum available, but the majority have.</a:t>
            </a:r>
          </a:p>
        </p:txBody>
      </p:sp>
    </p:spTree>
    <p:extLst>
      <p:ext uri="{BB962C8B-B14F-4D97-AF65-F5344CB8AC3E}">
        <p14:creationId xmlns:p14="http://schemas.microsoft.com/office/powerpoint/2010/main" val="1817761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6EFF58-19F8-38D0-1AD3-424AC3AC2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FF6E3B-9663-DDAB-F759-20C1CE80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221A865-4EA2-C690-25ED-BA5648EC50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6685039"/>
              </p:ext>
            </p:extLst>
          </p:nvPr>
        </p:nvGraphicFramePr>
        <p:xfrm>
          <a:off x="1714876" y="3372573"/>
          <a:ext cx="4533148" cy="2937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C4119AF-C954-729E-2842-79B0DA404E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3752441"/>
              </p:ext>
            </p:extLst>
          </p:nvPr>
        </p:nvGraphicFramePr>
        <p:xfrm>
          <a:off x="1577010" y="1331619"/>
          <a:ext cx="5014146" cy="1825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F34AB1F-365F-2AC3-CDF0-8253D16E55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108290"/>
              </p:ext>
            </p:extLst>
          </p:nvPr>
        </p:nvGraphicFramePr>
        <p:xfrm>
          <a:off x="7087352" y="3428999"/>
          <a:ext cx="4533148" cy="2881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7112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00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00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300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00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300"/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300"/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300"/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300"/>
                                        <p:tgtEl>
                                          <p:spTgt spid="5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1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300"/>
                                        <p:tgtEl>
                                          <p:spTgt spid="5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4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300"/>
                                        <p:tgtEl>
                                          <p:spTgt spid="5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300"/>
                                        <p:tgtEl>
                                          <p:spTgt spid="5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300"/>
                                        <p:tgtEl>
                                          <p:spTgt spid="5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3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300"/>
                                        <p:tgtEl>
                                          <p:spTgt spid="5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6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300"/>
                                        <p:tgtEl>
                                          <p:spTgt spid="5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9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300"/>
                                        <p:tgtEl>
                                          <p:spTgt spid="5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2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300"/>
                                        <p:tgtEl>
                                          <p:spTgt spid="5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5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300"/>
                                        <p:tgtEl>
                                          <p:spTgt spid="5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8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300"/>
                                        <p:tgtEl>
                                          <p:spTgt spid="5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Chart bld="category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35D710-4D4F-7CB3-F40E-64BAE38F7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0F4433B-C065-9873-12DA-B7DB8C2A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rta Semibold" panose="00000700000000000000" pitchFamily="50" charset="0"/>
                <a:ea typeface="Jost SemiBold" pitchFamily="2" charset="0"/>
              </a:rPr>
              <a:t>Thanks for reading.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DBD6A-953C-3144-6B23-8C6694E8C754}"/>
              </a:ext>
            </a:extLst>
          </p:cNvPr>
          <p:cNvSpPr txBox="1"/>
          <p:nvPr/>
        </p:nvSpPr>
        <p:spPr>
          <a:xfrm>
            <a:off x="11206520" y="582482"/>
            <a:ext cx="6002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verta Regular" panose="00000500000000000000" pitchFamily="50" charset="0"/>
              </a:rPr>
              <a:t>01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verta Regular" panose="00000500000000000000" pitchFamily="50" charset="0"/>
              </a:rPr>
              <a:t>/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verta Regular" panose="00000500000000000000" pitchFamily="50" charset="0"/>
              </a:rPr>
              <a:t>01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verta Regular" panose="00000500000000000000" pitchFamily="50" charset="0"/>
              </a:rPr>
              <a:t>/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Averta Regular" panose="00000500000000000000" pitchFamily="50" charset="0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1719874328"/>
      </p:ext>
    </p:extLst>
  </p:cSld>
  <p:clrMapOvr>
    <a:masterClrMapping/>
  </p:clrMapOvr>
</p:sld>
</file>

<file path=ppt/theme/theme1.xml><?xml version="1.0" encoding="utf-8"?>
<a:theme xmlns:a="http://schemas.openxmlformats.org/drawingml/2006/main" name="Memoryzone_MasterLayout_16x9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Montserrat_OpenSans">
      <a:majorFont>
        <a:latin typeface="Montserrat-Bold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rIns="0" rtlCol="0">
        <a:spAutoFit/>
      </a:bodyPr>
      <a:lstStyle>
        <a:defPPr algn="l">
          <a:lnSpc>
            <a:spcPct val="70000"/>
          </a:lnSpc>
          <a:defRPr sz="1200" dirty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&amp;D-Powerpoint Template_16x9" id="{D6003E70-2833-4847-828A-A182BBF6C8FF}" vid="{85D7DE89-D8E2-D743-952C-ED1FA0F184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B&amp;D-Powerpoint Template_16x9</Template>
  <TotalTime>2404</TotalTime>
  <Words>111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Averta Bold</vt:lpstr>
      <vt:lpstr>Averta ExtraBold</vt:lpstr>
      <vt:lpstr>Averta Regular</vt:lpstr>
      <vt:lpstr>Averta Semibold</vt:lpstr>
      <vt:lpstr>Averta Thin</vt:lpstr>
      <vt:lpstr>Wingdings</vt:lpstr>
      <vt:lpstr>Memoryzone_MasterLayout_16x9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for reading.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SieuToc</dc:creator>
  <cp:lastModifiedBy>Tín Lê MKT</cp:lastModifiedBy>
  <cp:revision>216</cp:revision>
  <cp:lastPrinted>2017-03-09T03:48:56Z</cp:lastPrinted>
  <dcterms:created xsi:type="dcterms:W3CDTF">2016-11-10T06:07:03Z</dcterms:created>
  <dcterms:modified xsi:type="dcterms:W3CDTF">2022-10-04T03:39:20Z</dcterms:modified>
</cp:coreProperties>
</file>