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5" r:id="rId1"/>
  </p:sldMasterIdLst>
  <p:notesMasterIdLst>
    <p:notesMasterId r:id="rId8"/>
  </p:notesMasterIdLst>
  <p:handoutMasterIdLst>
    <p:handoutMasterId r:id="rId9"/>
  </p:handoutMasterIdLst>
  <p:sldIdLst>
    <p:sldId id="256" r:id="rId2"/>
    <p:sldId id="284" r:id="rId3"/>
    <p:sldId id="291" r:id="rId4"/>
    <p:sldId id="372" r:id="rId5"/>
    <p:sldId id="373" r:id="rId6"/>
    <p:sldId id="377" r:id="rId7"/>
  </p:sldIdLst>
  <p:sldSz cx="12192000" cy="6858000"/>
  <p:notesSz cx="6858000" cy="9144000"/>
  <p:defaultTextStyle>
    <a:defPPr>
      <a:defRPr lang="en-US"/>
    </a:defPPr>
    <a:lvl1pPr marL="0" algn="l" defTabSz="914330" rtl="0" eaLnBrk="1" latinLnBrk="0" hangingPunct="1">
      <a:defRPr sz="1800" kern="1200">
        <a:solidFill>
          <a:schemeClr val="tx1"/>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alance" id="{705054ED-DB56-FA4C-BB16-D35BDEFFF4C1}">
          <p14:sldIdLst>
            <p14:sldId id="256"/>
            <p14:sldId id="284"/>
            <p14:sldId id="291"/>
            <p14:sldId id="372"/>
            <p14:sldId id="373"/>
            <p14:sldId id="37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62"/>
    <p:restoredTop sz="95946"/>
  </p:normalViewPr>
  <p:slideViewPr>
    <p:cSldViewPr snapToGrid="0" snapToObjects="1">
      <p:cViewPr>
        <p:scale>
          <a:sx n="96" d="100"/>
          <a:sy n="96" d="100"/>
        </p:scale>
        <p:origin x="1448" y="480"/>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showGuides="1">
      <p:cViewPr varScale="1">
        <p:scale>
          <a:sx n="132" d="100"/>
          <a:sy n="132" d="100"/>
        </p:scale>
        <p:origin x="5344" y="17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0335-4772-A893-2131F9157B31}"/>
              </c:ext>
            </c:extLst>
          </c:dPt>
          <c:dPt>
            <c:idx val="1"/>
            <c:bubble3D val="0"/>
            <c:spPr>
              <a:solidFill>
                <a:schemeClr val="tx1">
                  <a:alpha val="5000"/>
                </a:schemeClr>
              </a:solidFill>
              <a:ln w="19050">
                <a:noFill/>
              </a:ln>
              <a:effectLst/>
            </c:spPr>
            <c:extLst>
              <c:ext xmlns:c16="http://schemas.microsoft.com/office/drawing/2014/chart" uri="{C3380CC4-5D6E-409C-BE32-E72D297353CC}">
                <c16:uniqueId val="{00000003-0335-4772-A893-2131F9157B31}"/>
              </c:ext>
            </c:extLst>
          </c:dPt>
          <c:dPt>
            <c:idx val="2"/>
            <c:bubble3D val="0"/>
            <c:spPr>
              <a:solidFill>
                <a:schemeClr val="accent3"/>
              </a:solidFill>
              <a:ln w="19050">
                <a:noFill/>
              </a:ln>
              <a:effectLst/>
            </c:spPr>
            <c:extLst>
              <c:ext xmlns:c16="http://schemas.microsoft.com/office/drawing/2014/chart" uri="{C3380CC4-5D6E-409C-BE32-E72D297353CC}">
                <c16:uniqueId val="{00000005-0335-4772-A893-2131F9157B31}"/>
              </c:ext>
            </c:extLst>
          </c:dPt>
          <c:dPt>
            <c:idx val="3"/>
            <c:bubble3D val="0"/>
            <c:spPr>
              <a:solidFill>
                <a:schemeClr val="accent4"/>
              </a:solidFill>
              <a:ln w="19050">
                <a:noFill/>
              </a:ln>
              <a:effectLst/>
            </c:spPr>
            <c:extLst>
              <c:ext xmlns:c16="http://schemas.microsoft.com/office/drawing/2014/chart" uri="{C3380CC4-5D6E-409C-BE32-E72D297353CC}">
                <c16:uniqueId val="{00000007-0335-4772-A893-2131F9157B31}"/>
              </c:ext>
            </c:extLst>
          </c:dPt>
          <c:cat>
            <c:strRef>
              <c:f>Sheet1!$A$2:$A$5</c:f>
              <c:strCache>
                <c:ptCount val="2"/>
                <c:pt idx="0">
                  <c:v>1st Qtr</c:v>
                </c:pt>
                <c:pt idx="1">
                  <c:v>2nd Qtr</c:v>
                </c:pt>
              </c:strCache>
            </c:strRef>
          </c:cat>
          <c:val>
            <c:numRef>
              <c:f>Sheet1!$B$2:$B$5</c:f>
              <c:numCache>
                <c:formatCode>General</c:formatCode>
                <c:ptCount val="4"/>
                <c:pt idx="0">
                  <c:v>50</c:v>
                </c:pt>
                <c:pt idx="1">
                  <c:v>50</c:v>
                </c:pt>
              </c:numCache>
            </c:numRef>
          </c:val>
          <c:extLst>
            <c:ext xmlns:c16="http://schemas.microsoft.com/office/drawing/2014/chart" uri="{C3380CC4-5D6E-409C-BE32-E72D297353CC}">
              <c16:uniqueId val="{00000008-0335-4772-A893-2131F9157B31}"/>
            </c:ext>
          </c:extLst>
        </c:ser>
        <c:dLbls>
          <c:showLegendKey val="0"/>
          <c:showVal val="0"/>
          <c:showCatName val="0"/>
          <c:showSerName val="0"/>
          <c:showPercent val="0"/>
          <c:showBubbleSize val="0"/>
          <c:showLeaderLines val="1"/>
        </c:dLbls>
        <c:firstSliceAng val="0"/>
        <c:holeSize val="80"/>
      </c:doughnutChart>
      <c:spPr>
        <a:noFill/>
        <a:ln>
          <a:noFill/>
        </a:ln>
        <a:effectLst/>
      </c:spPr>
    </c:plotArea>
    <c:plotVisOnly val="1"/>
    <c:dispBlanksAs val="gap"/>
    <c:showDLblsOverMax val="0"/>
  </c:chart>
  <c:spPr>
    <a:noFill/>
    <a:ln>
      <a:noFill/>
    </a:ln>
    <a:effectLst/>
  </c:spPr>
  <c:txPr>
    <a:bodyPr/>
    <a:lstStyle/>
    <a:p>
      <a:pPr>
        <a:defRPr sz="1000">
          <a:latin typeface="+mn-lt"/>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2"/>
              </a:solidFill>
              <a:ln w="19050">
                <a:noFill/>
              </a:ln>
              <a:effectLst/>
            </c:spPr>
            <c:extLst>
              <c:ext xmlns:c16="http://schemas.microsoft.com/office/drawing/2014/chart" uri="{C3380CC4-5D6E-409C-BE32-E72D297353CC}">
                <c16:uniqueId val="{00000001-94EC-49F7-BA09-D2567C0628D4}"/>
              </c:ext>
            </c:extLst>
          </c:dPt>
          <c:dPt>
            <c:idx val="1"/>
            <c:bubble3D val="0"/>
            <c:spPr>
              <a:solidFill>
                <a:schemeClr val="tx1">
                  <a:alpha val="5000"/>
                </a:schemeClr>
              </a:solidFill>
              <a:ln w="19050">
                <a:noFill/>
              </a:ln>
              <a:effectLst/>
            </c:spPr>
            <c:extLst>
              <c:ext xmlns:c16="http://schemas.microsoft.com/office/drawing/2014/chart" uri="{C3380CC4-5D6E-409C-BE32-E72D297353CC}">
                <c16:uniqueId val="{00000003-94EC-49F7-BA09-D2567C0628D4}"/>
              </c:ext>
            </c:extLst>
          </c:dPt>
          <c:dPt>
            <c:idx val="2"/>
            <c:bubble3D val="0"/>
            <c:spPr>
              <a:solidFill>
                <a:schemeClr val="accent3"/>
              </a:solidFill>
              <a:ln w="19050">
                <a:noFill/>
              </a:ln>
              <a:effectLst/>
            </c:spPr>
            <c:extLst>
              <c:ext xmlns:c16="http://schemas.microsoft.com/office/drawing/2014/chart" uri="{C3380CC4-5D6E-409C-BE32-E72D297353CC}">
                <c16:uniqueId val="{00000005-94EC-49F7-BA09-D2567C0628D4}"/>
              </c:ext>
            </c:extLst>
          </c:dPt>
          <c:dPt>
            <c:idx val="3"/>
            <c:bubble3D val="0"/>
            <c:spPr>
              <a:solidFill>
                <a:schemeClr val="accent4"/>
              </a:solidFill>
              <a:ln w="19050">
                <a:noFill/>
              </a:ln>
              <a:effectLst/>
            </c:spPr>
            <c:extLst>
              <c:ext xmlns:c16="http://schemas.microsoft.com/office/drawing/2014/chart" uri="{C3380CC4-5D6E-409C-BE32-E72D297353CC}">
                <c16:uniqueId val="{00000007-94EC-49F7-BA09-D2567C0628D4}"/>
              </c:ext>
            </c:extLst>
          </c:dPt>
          <c:cat>
            <c:strRef>
              <c:f>Sheet1!$A$2:$A$5</c:f>
              <c:strCache>
                <c:ptCount val="2"/>
                <c:pt idx="0">
                  <c:v>1st Qtr</c:v>
                </c:pt>
                <c:pt idx="1">
                  <c:v>2nd Qtr</c:v>
                </c:pt>
              </c:strCache>
            </c:strRef>
          </c:cat>
          <c:val>
            <c:numRef>
              <c:f>Sheet1!$B$2:$B$5</c:f>
              <c:numCache>
                <c:formatCode>General</c:formatCode>
                <c:ptCount val="4"/>
                <c:pt idx="0">
                  <c:v>30</c:v>
                </c:pt>
                <c:pt idx="1">
                  <c:v>70</c:v>
                </c:pt>
              </c:numCache>
            </c:numRef>
          </c:val>
          <c:extLst>
            <c:ext xmlns:c16="http://schemas.microsoft.com/office/drawing/2014/chart" uri="{C3380CC4-5D6E-409C-BE32-E72D297353CC}">
              <c16:uniqueId val="{00000008-94EC-49F7-BA09-D2567C0628D4}"/>
            </c:ext>
          </c:extLst>
        </c:ser>
        <c:dLbls>
          <c:showLegendKey val="0"/>
          <c:showVal val="0"/>
          <c:showCatName val="0"/>
          <c:showSerName val="0"/>
          <c:showPercent val="0"/>
          <c:showBubbleSize val="0"/>
          <c:showLeaderLines val="1"/>
        </c:dLbls>
        <c:firstSliceAng val="0"/>
        <c:holeSize val="80"/>
      </c:doughnutChart>
      <c:spPr>
        <a:noFill/>
        <a:ln>
          <a:noFill/>
        </a:ln>
        <a:effectLst/>
      </c:spPr>
    </c:plotArea>
    <c:plotVisOnly val="1"/>
    <c:dispBlanksAs val="gap"/>
    <c:showDLblsOverMax val="0"/>
  </c:chart>
  <c:spPr>
    <a:noFill/>
    <a:ln>
      <a:noFill/>
    </a:ln>
    <a:effectLst/>
  </c:spPr>
  <c:txPr>
    <a:bodyPr/>
    <a:lstStyle/>
    <a:p>
      <a:pPr>
        <a:defRPr sz="1000">
          <a:latin typeface="+mn-lt"/>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4"/>
              </a:solidFill>
              <a:ln w="19050">
                <a:noFill/>
              </a:ln>
              <a:effectLst/>
            </c:spPr>
            <c:extLst>
              <c:ext xmlns:c16="http://schemas.microsoft.com/office/drawing/2014/chart" uri="{C3380CC4-5D6E-409C-BE32-E72D297353CC}">
                <c16:uniqueId val="{00000001-476F-4360-BB0E-68B15CB4FE04}"/>
              </c:ext>
            </c:extLst>
          </c:dPt>
          <c:dPt>
            <c:idx val="1"/>
            <c:bubble3D val="0"/>
            <c:spPr>
              <a:solidFill>
                <a:schemeClr val="tx1">
                  <a:alpha val="5000"/>
                </a:schemeClr>
              </a:solidFill>
              <a:ln w="19050">
                <a:noFill/>
              </a:ln>
              <a:effectLst/>
            </c:spPr>
            <c:extLst>
              <c:ext xmlns:c16="http://schemas.microsoft.com/office/drawing/2014/chart" uri="{C3380CC4-5D6E-409C-BE32-E72D297353CC}">
                <c16:uniqueId val="{00000003-476F-4360-BB0E-68B15CB4FE04}"/>
              </c:ext>
            </c:extLst>
          </c:dPt>
          <c:dPt>
            <c:idx val="2"/>
            <c:bubble3D val="0"/>
            <c:spPr>
              <a:solidFill>
                <a:schemeClr val="accent3"/>
              </a:solidFill>
              <a:ln w="19050">
                <a:noFill/>
              </a:ln>
              <a:effectLst/>
            </c:spPr>
            <c:extLst>
              <c:ext xmlns:c16="http://schemas.microsoft.com/office/drawing/2014/chart" uri="{C3380CC4-5D6E-409C-BE32-E72D297353CC}">
                <c16:uniqueId val="{00000005-476F-4360-BB0E-68B15CB4FE04}"/>
              </c:ext>
            </c:extLst>
          </c:dPt>
          <c:dPt>
            <c:idx val="3"/>
            <c:bubble3D val="0"/>
            <c:spPr>
              <a:solidFill>
                <a:schemeClr val="accent4"/>
              </a:solidFill>
              <a:ln w="19050">
                <a:noFill/>
              </a:ln>
              <a:effectLst/>
            </c:spPr>
            <c:extLst>
              <c:ext xmlns:c16="http://schemas.microsoft.com/office/drawing/2014/chart" uri="{C3380CC4-5D6E-409C-BE32-E72D297353CC}">
                <c16:uniqueId val="{00000007-476F-4360-BB0E-68B15CB4FE04}"/>
              </c:ext>
            </c:extLst>
          </c:dPt>
          <c:cat>
            <c:strRef>
              <c:f>Sheet1!$A$2:$A$5</c:f>
              <c:strCache>
                <c:ptCount val="2"/>
                <c:pt idx="0">
                  <c:v>1st Qtr</c:v>
                </c:pt>
                <c:pt idx="1">
                  <c:v>2nd Qtr</c:v>
                </c:pt>
              </c:strCache>
            </c:strRef>
          </c:cat>
          <c:val>
            <c:numRef>
              <c:f>Sheet1!$B$2:$B$5</c:f>
              <c:numCache>
                <c:formatCode>General</c:formatCode>
                <c:ptCount val="4"/>
                <c:pt idx="0">
                  <c:v>10</c:v>
                </c:pt>
                <c:pt idx="1">
                  <c:v>90</c:v>
                </c:pt>
              </c:numCache>
            </c:numRef>
          </c:val>
          <c:extLst>
            <c:ext xmlns:c16="http://schemas.microsoft.com/office/drawing/2014/chart" uri="{C3380CC4-5D6E-409C-BE32-E72D297353CC}">
              <c16:uniqueId val="{00000008-476F-4360-BB0E-68B15CB4FE04}"/>
            </c:ext>
          </c:extLst>
        </c:ser>
        <c:dLbls>
          <c:showLegendKey val="0"/>
          <c:showVal val="0"/>
          <c:showCatName val="0"/>
          <c:showSerName val="0"/>
          <c:showPercent val="0"/>
          <c:showBubbleSize val="0"/>
          <c:showLeaderLines val="1"/>
        </c:dLbls>
        <c:firstSliceAng val="0"/>
        <c:holeSize val="80"/>
      </c:doughnutChart>
      <c:spPr>
        <a:noFill/>
        <a:ln>
          <a:noFill/>
        </a:ln>
        <a:effectLst/>
      </c:spPr>
    </c:plotArea>
    <c:plotVisOnly val="1"/>
    <c:dispBlanksAs val="gap"/>
    <c:showDLblsOverMax val="0"/>
  </c:chart>
  <c:spPr>
    <a:noFill/>
    <a:ln>
      <a:noFill/>
    </a:ln>
    <a:effectLst/>
  </c:spPr>
  <c:txPr>
    <a:bodyPr/>
    <a:lstStyle/>
    <a:p>
      <a:pPr>
        <a:defRPr sz="1000">
          <a:latin typeface="+mn-lt"/>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bg2">
                  <a:lumMod val="50000"/>
                </a:schemeClr>
              </a:solidFill>
              <a:ln w="19050">
                <a:noFill/>
              </a:ln>
              <a:effectLst/>
            </c:spPr>
            <c:extLst>
              <c:ext xmlns:c16="http://schemas.microsoft.com/office/drawing/2014/chart" uri="{C3380CC4-5D6E-409C-BE32-E72D297353CC}">
                <c16:uniqueId val="{00000001-A8F6-4943-9018-B57946AB9461}"/>
              </c:ext>
            </c:extLst>
          </c:dPt>
          <c:dPt>
            <c:idx val="1"/>
            <c:bubble3D val="0"/>
            <c:spPr>
              <a:solidFill>
                <a:schemeClr val="tx1">
                  <a:alpha val="5000"/>
                </a:schemeClr>
              </a:solidFill>
              <a:ln w="19050">
                <a:noFill/>
              </a:ln>
              <a:effectLst/>
            </c:spPr>
            <c:extLst>
              <c:ext xmlns:c16="http://schemas.microsoft.com/office/drawing/2014/chart" uri="{C3380CC4-5D6E-409C-BE32-E72D297353CC}">
                <c16:uniqueId val="{00000003-A8F6-4943-9018-B57946AB9461}"/>
              </c:ext>
            </c:extLst>
          </c:dPt>
          <c:dPt>
            <c:idx val="2"/>
            <c:bubble3D val="0"/>
            <c:spPr>
              <a:solidFill>
                <a:schemeClr val="accent3"/>
              </a:solidFill>
              <a:ln w="19050">
                <a:noFill/>
              </a:ln>
              <a:effectLst/>
            </c:spPr>
            <c:extLst>
              <c:ext xmlns:c16="http://schemas.microsoft.com/office/drawing/2014/chart" uri="{C3380CC4-5D6E-409C-BE32-E72D297353CC}">
                <c16:uniqueId val="{00000005-A8F6-4943-9018-B57946AB9461}"/>
              </c:ext>
            </c:extLst>
          </c:dPt>
          <c:dPt>
            <c:idx val="3"/>
            <c:bubble3D val="0"/>
            <c:spPr>
              <a:solidFill>
                <a:schemeClr val="accent4"/>
              </a:solidFill>
              <a:ln w="19050">
                <a:noFill/>
              </a:ln>
              <a:effectLst/>
            </c:spPr>
            <c:extLst>
              <c:ext xmlns:c16="http://schemas.microsoft.com/office/drawing/2014/chart" uri="{C3380CC4-5D6E-409C-BE32-E72D297353CC}">
                <c16:uniqueId val="{00000007-A8F6-4943-9018-B57946AB9461}"/>
              </c:ext>
            </c:extLst>
          </c:dPt>
          <c:cat>
            <c:strRef>
              <c:f>Sheet1!$A$2:$A$5</c:f>
              <c:strCache>
                <c:ptCount val="2"/>
                <c:pt idx="0">
                  <c:v>1st Qtr</c:v>
                </c:pt>
                <c:pt idx="1">
                  <c:v>2nd Qtr</c:v>
                </c:pt>
              </c:strCache>
            </c:strRef>
          </c:cat>
          <c:val>
            <c:numRef>
              <c:f>Sheet1!$B$2:$B$5</c:f>
              <c:numCache>
                <c:formatCode>General</c:formatCode>
                <c:ptCount val="4"/>
                <c:pt idx="0">
                  <c:v>20</c:v>
                </c:pt>
                <c:pt idx="1">
                  <c:v>80</c:v>
                </c:pt>
              </c:numCache>
            </c:numRef>
          </c:val>
          <c:extLst>
            <c:ext xmlns:c16="http://schemas.microsoft.com/office/drawing/2014/chart" uri="{C3380CC4-5D6E-409C-BE32-E72D297353CC}">
              <c16:uniqueId val="{00000008-A8F6-4943-9018-B57946AB9461}"/>
            </c:ext>
          </c:extLst>
        </c:ser>
        <c:dLbls>
          <c:showLegendKey val="0"/>
          <c:showVal val="0"/>
          <c:showCatName val="0"/>
          <c:showSerName val="0"/>
          <c:showPercent val="0"/>
          <c:showBubbleSize val="0"/>
          <c:showLeaderLines val="1"/>
        </c:dLbls>
        <c:firstSliceAng val="0"/>
        <c:holeSize val="80"/>
      </c:doughnutChart>
      <c:spPr>
        <a:noFill/>
        <a:ln>
          <a:noFill/>
        </a:ln>
        <a:effectLst/>
      </c:spPr>
    </c:plotArea>
    <c:plotVisOnly val="1"/>
    <c:dispBlanksAs val="gap"/>
    <c:showDLblsOverMax val="0"/>
  </c:chart>
  <c:spPr>
    <a:noFill/>
    <a:ln>
      <a:noFill/>
    </a:ln>
    <a:effectLst/>
  </c:spPr>
  <c:txPr>
    <a:bodyPr/>
    <a:lstStyle/>
    <a:p>
      <a:pPr>
        <a:defRPr sz="1000">
          <a:latin typeface="+mn-lt"/>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rgbClr val="19C0B4"/>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80E6-4465-855C-06E60055DEE8}"/>
              </c:ext>
            </c:extLst>
          </c:dPt>
          <c:dPt>
            <c:idx val="1"/>
            <c:invertIfNegative val="0"/>
            <c:bubble3D val="0"/>
            <c:spPr>
              <a:solidFill>
                <a:schemeClr val="accent1"/>
              </a:solidFill>
              <a:ln>
                <a:noFill/>
              </a:ln>
              <a:effectLst/>
            </c:spPr>
            <c:extLst>
              <c:ext xmlns:c16="http://schemas.microsoft.com/office/drawing/2014/chart" uri="{C3380CC4-5D6E-409C-BE32-E72D297353CC}">
                <c16:uniqueId val="{00000003-80E6-4465-855C-06E60055DEE8}"/>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5-80E6-4465-855C-06E60055DEE8}"/>
              </c:ext>
            </c:extLst>
          </c:dPt>
          <c:dPt>
            <c:idx val="3"/>
            <c:invertIfNegative val="0"/>
            <c:bubble3D val="0"/>
            <c:spPr>
              <a:solidFill>
                <a:schemeClr val="accent1"/>
              </a:solidFill>
              <a:ln>
                <a:noFill/>
              </a:ln>
              <a:effectLst/>
            </c:spPr>
            <c:extLst>
              <c:ext xmlns:c16="http://schemas.microsoft.com/office/drawing/2014/chart" uri="{C3380CC4-5D6E-409C-BE32-E72D297353CC}">
                <c16:uniqueId val="{00000007-80E6-4465-855C-06E60055DEE8}"/>
              </c:ext>
            </c:extLst>
          </c:dPt>
          <c:dPt>
            <c:idx val="4"/>
            <c:invertIfNegative val="0"/>
            <c:bubble3D val="0"/>
            <c:spPr>
              <a:solidFill>
                <a:schemeClr val="accent2"/>
              </a:solidFill>
              <a:ln>
                <a:noFill/>
              </a:ln>
              <a:effectLst/>
            </c:spPr>
            <c:extLst>
              <c:ext xmlns:c16="http://schemas.microsoft.com/office/drawing/2014/chart" uri="{C3380CC4-5D6E-409C-BE32-E72D297353CC}">
                <c16:uniqueId val="{00000009-80E6-4465-855C-06E60055DEE8}"/>
              </c:ext>
            </c:extLst>
          </c:dPt>
          <c:dPt>
            <c:idx val="5"/>
            <c:invertIfNegative val="0"/>
            <c:bubble3D val="0"/>
            <c:spPr>
              <a:solidFill>
                <a:schemeClr val="accent2"/>
              </a:solidFill>
              <a:ln>
                <a:noFill/>
              </a:ln>
              <a:effectLst/>
            </c:spPr>
            <c:extLst>
              <c:ext xmlns:c16="http://schemas.microsoft.com/office/drawing/2014/chart" uri="{C3380CC4-5D6E-409C-BE32-E72D297353CC}">
                <c16:uniqueId val="{0000000B-80E6-4465-855C-06E60055DEE8}"/>
              </c:ext>
            </c:extLst>
          </c:dPt>
          <c:dPt>
            <c:idx val="6"/>
            <c:invertIfNegative val="0"/>
            <c:bubble3D val="0"/>
            <c:spPr>
              <a:solidFill>
                <a:schemeClr val="accent2"/>
              </a:solidFill>
              <a:ln>
                <a:noFill/>
              </a:ln>
              <a:effectLst/>
            </c:spPr>
            <c:extLst>
              <c:ext xmlns:c16="http://schemas.microsoft.com/office/drawing/2014/chart" uri="{C3380CC4-5D6E-409C-BE32-E72D297353CC}">
                <c16:uniqueId val="{0000000D-80E6-4465-855C-06E60055DEE8}"/>
              </c:ext>
            </c:extLst>
          </c:dPt>
          <c:dPt>
            <c:idx val="7"/>
            <c:invertIfNegative val="0"/>
            <c:bubble3D val="0"/>
            <c:spPr>
              <a:solidFill>
                <a:schemeClr val="accent2"/>
              </a:solidFill>
              <a:ln>
                <a:noFill/>
              </a:ln>
              <a:effectLst/>
            </c:spPr>
            <c:extLst>
              <c:ext xmlns:c16="http://schemas.microsoft.com/office/drawing/2014/chart" uri="{C3380CC4-5D6E-409C-BE32-E72D297353CC}">
                <c16:uniqueId val="{0000000F-80E6-4465-855C-06E60055DEE8}"/>
              </c:ext>
            </c:extLst>
          </c:dPt>
          <c:dPt>
            <c:idx val="8"/>
            <c:invertIfNegative val="0"/>
            <c:bubble3D val="0"/>
            <c:spPr>
              <a:solidFill>
                <a:schemeClr val="accent2"/>
              </a:solidFill>
              <a:ln>
                <a:noFill/>
              </a:ln>
              <a:effectLst/>
            </c:spPr>
            <c:extLst>
              <c:ext xmlns:c16="http://schemas.microsoft.com/office/drawing/2014/chart" uri="{C3380CC4-5D6E-409C-BE32-E72D297353CC}">
                <c16:uniqueId val="{00000011-80E6-4465-855C-06E60055DEE8}"/>
              </c:ext>
            </c:extLst>
          </c:dPt>
          <c:dPt>
            <c:idx val="9"/>
            <c:invertIfNegative val="0"/>
            <c:bubble3D val="0"/>
            <c:spPr>
              <a:solidFill>
                <a:schemeClr val="accent3"/>
              </a:solidFill>
              <a:ln>
                <a:noFill/>
              </a:ln>
              <a:effectLst/>
            </c:spPr>
            <c:extLst>
              <c:ext xmlns:c16="http://schemas.microsoft.com/office/drawing/2014/chart" uri="{C3380CC4-5D6E-409C-BE32-E72D297353CC}">
                <c16:uniqueId val="{00000013-80E6-4465-855C-06E60055DEE8}"/>
              </c:ext>
            </c:extLst>
          </c:dPt>
          <c:dPt>
            <c:idx val="10"/>
            <c:invertIfNegative val="0"/>
            <c:bubble3D val="0"/>
            <c:spPr>
              <a:solidFill>
                <a:schemeClr val="accent3"/>
              </a:solidFill>
              <a:ln>
                <a:noFill/>
              </a:ln>
              <a:effectLst/>
            </c:spPr>
            <c:extLst>
              <c:ext xmlns:c16="http://schemas.microsoft.com/office/drawing/2014/chart" uri="{C3380CC4-5D6E-409C-BE32-E72D297353CC}">
                <c16:uniqueId val="{00000015-80E6-4465-855C-06E60055DEE8}"/>
              </c:ext>
            </c:extLst>
          </c:dPt>
          <c:dPt>
            <c:idx val="11"/>
            <c:invertIfNegative val="0"/>
            <c:bubble3D val="0"/>
            <c:spPr>
              <a:solidFill>
                <a:schemeClr val="accent3"/>
              </a:solidFill>
              <a:ln>
                <a:noFill/>
              </a:ln>
              <a:effectLst/>
            </c:spPr>
            <c:extLst>
              <c:ext xmlns:c16="http://schemas.microsoft.com/office/drawing/2014/chart" uri="{C3380CC4-5D6E-409C-BE32-E72D297353CC}">
                <c16:uniqueId val="{00000017-80E6-4465-855C-06E60055DEE8}"/>
              </c:ext>
            </c:extLst>
          </c:dPt>
          <c:dPt>
            <c:idx val="12"/>
            <c:invertIfNegative val="0"/>
            <c:bubble3D val="0"/>
            <c:spPr>
              <a:solidFill>
                <a:schemeClr val="accent3"/>
              </a:solidFill>
              <a:ln>
                <a:noFill/>
              </a:ln>
              <a:effectLst/>
            </c:spPr>
            <c:extLst>
              <c:ext xmlns:c16="http://schemas.microsoft.com/office/drawing/2014/chart" uri="{C3380CC4-5D6E-409C-BE32-E72D297353CC}">
                <c16:uniqueId val="{00000019-80E6-4465-855C-06E60055DEE8}"/>
              </c:ext>
            </c:extLst>
          </c:dPt>
          <c:dPt>
            <c:idx val="13"/>
            <c:invertIfNegative val="0"/>
            <c:bubble3D val="0"/>
            <c:spPr>
              <a:solidFill>
                <a:schemeClr val="accent4"/>
              </a:solidFill>
              <a:ln>
                <a:noFill/>
              </a:ln>
              <a:effectLst/>
            </c:spPr>
            <c:extLst>
              <c:ext xmlns:c16="http://schemas.microsoft.com/office/drawing/2014/chart" uri="{C3380CC4-5D6E-409C-BE32-E72D297353CC}">
                <c16:uniqueId val="{0000001B-80E6-4465-855C-06E60055DEE8}"/>
              </c:ext>
            </c:extLst>
          </c:dPt>
          <c:dPt>
            <c:idx val="14"/>
            <c:invertIfNegative val="0"/>
            <c:bubble3D val="0"/>
            <c:spPr>
              <a:solidFill>
                <a:schemeClr val="accent4"/>
              </a:solidFill>
              <a:ln>
                <a:noFill/>
              </a:ln>
              <a:effectLst/>
            </c:spPr>
            <c:extLst>
              <c:ext xmlns:c16="http://schemas.microsoft.com/office/drawing/2014/chart" uri="{C3380CC4-5D6E-409C-BE32-E72D297353CC}">
                <c16:uniqueId val="{0000001D-80E6-4465-855C-06E60055DEE8}"/>
              </c:ext>
            </c:extLst>
          </c:dPt>
          <c:dPt>
            <c:idx val="15"/>
            <c:invertIfNegative val="0"/>
            <c:bubble3D val="0"/>
            <c:spPr>
              <a:solidFill>
                <a:schemeClr val="accent4"/>
              </a:solidFill>
              <a:ln>
                <a:noFill/>
              </a:ln>
              <a:effectLst/>
            </c:spPr>
            <c:extLst>
              <c:ext xmlns:c16="http://schemas.microsoft.com/office/drawing/2014/chart" uri="{C3380CC4-5D6E-409C-BE32-E72D297353CC}">
                <c16:uniqueId val="{0000001F-80E6-4465-855C-06E60055DEE8}"/>
              </c:ext>
            </c:extLst>
          </c:dPt>
          <c:dPt>
            <c:idx val="16"/>
            <c:invertIfNegative val="0"/>
            <c:bubble3D val="0"/>
            <c:spPr>
              <a:solidFill>
                <a:schemeClr val="accent4"/>
              </a:solidFill>
              <a:ln>
                <a:noFill/>
              </a:ln>
              <a:effectLst/>
            </c:spPr>
            <c:extLst>
              <c:ext xmlns:c16="http://schemas.microsoft.com/office/drawing/2014/chart" uri="{C3380CC4-5D6E-409C-BE32-E72D297353CC}">
                <c16:uniqueId val="{00000021-80E6-4465-855C-06E60055DEE8}"/>
              </c:ext>
            </c:extLst>
          </c:dPt>
          <c:dPt>
            <c:idx val="17"/>
            <c:invertIfNegative val="0"/>
            <c:bubble3D val="0"/>
            <c:spPr>
              <a:solidFill>
                <a:schemeClr val="accent4"/>
              </a:solidFill>
              <a:ln>
                <a:noFill/>
              </a:ln>
              <a:effectLst/>
            </c:spPr>
            <c:extLst>
              <c:ext xmlns:c16="http://schemas.microsoft.com/office/drawing/2014/chart" uri="{C3380CC4-5D6E-409C-BE32-E72D297353CC}">
                <c16:uniqueId val="{00000023-80E6-4465-855C-06E60055DEE8}"/>
              </c:ext>
            </c:extLst>
          </c:dPt>
          <c:dPt>
            <c:idx val="18"/>
            <c:invertIfNegative val="0"/>
            <c:bubble3D val="0"/>
            <c:spPr>
              <a:solidFill>
                <a:schemeClr val="accent4"/>
              </a:solidFill>
              <a:ln>
                <a:noFill/>
              </a:ln>
              <a:effectLst/>
            </c:spPr>
            <c:extLst>
              <c:ext xmlns:c16="http://schemas.microsoft.com/office/drawing/2014/chart" uri="{C3380CC4-5D6E-409C-BE32-E72D297353CC}">
                <c16:uniqueId val="{00000025-80E6-4465-855C-06E60055DEE8}"/>
              </c:ext>
            </c:extLst>
          </c:dPt>
          <c:dPt>
            <c:idx val="19"/>
            <c:invertIfNegative val="0"/>
            <c:bubble3D val="0"/>
            <c:spPr>
              <a:solidFill>
                <a:schemeClr val="accent4"/>
              </a:solidFill>
              <a:ln>
                <a:noFill/>
              </a:ln>
              <a:effectLst/>
            </c:spPr>
            <c:extLst>
              <c:ext xmlns:c16="http://schemas.microsoft.com/office/drawing/2014/chart" uri="{C3380CC4-5D6E-409C-BE32-E72D297353CC}">
                <c16:uniqueId val="{00000027-80E6-4465-855C-06E60055DEE8}"/>
              </c:ext>
            </c:extLst>
          </c:dPt>
          <c:cat>
            <c:numRef>
              <c:f>Sheet1!$A$2:$A$21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cat>
          <c:val>
            <c:numRef>
              <c:f>Sheet1!$B$2:$B$21</c:f>
              <c:numCache>
                <c:formatCode>General</c:formatCode>
                <c:ptCount val="20"/>
                <c:pt idx="0">
                  <c:v>7</c:v>
                </c:pt>
                <c:pt idx="1">
                  <c:v>5</c:v>
                </c:pt>
                <c:pt idx="2">
                  <c:v>2</c:v>
                </c:pt>
                <c:pt idx="3">
                  <c:v>3.5</c:v>
                </c:pt>
                <c:pt idx="4">
                  <c:v>1</c:v>
                </c:pt>
                <c:pt idx="5">
                  <c:v>4.5</c:v>
                </c:pt>
                <c:pt idx="6">
                  <c:v>2</c:v>
                </c:pt>
                <c:pt idx="7">
                  <c:v>1</c:v>
                </c:pt>
                <c:pt idx="8">
                  <c:v>3</c:v>
                </c:pt>
                <c:pt idx="9">
                  <c:v>1.5</c:v>
                </c:pt>
                <c:pt idx="10">
                  <c:v>4</c:v>
                </c:pt>
                <c:pt idx="11">
                  <c:v>3</c:v>
                </c:pt>
                <c:pt idx="12">
                  <c:v>1</c:v>
                </c:pt>
                <c:pt idx="13">
                  <c:v>4.5</c:v>
                </c:pt>
                <c:pt idx="14">
                  <c:v>5</c:v>
                </c:pt>
                <c:pt idx="15">
                  <c:v>3.5</c:v>
                </c:pt>
                <c:pt idx="16">
                  <c:v>2.5</c:v>
                </c:pt>
                <c:pt idx="17">
                  <c:v>1.5</c:v>
                </c:pt>
                <c:pt idx="18">
                  <c:v>0.5</c:v>
                </c:pt>
                <c:pt idx="19">
                  <c:v>0.2</c:v>
                </c:pt>
              </c:numCache>
            </c:numRef>
          </c:val>
          <c:extLst>
            <c:ext xmlns:c16="http://schemas.microsoft.com/office/drawing/2014/chart" uri="{C3380CC4-5D6E-409C-BE32-E72D297353CC}">
              <c16:uniqueId val="{00000028-80E6-4465-855C-06E60055DEE8}"/>
            </c:ext>
          </c:extLst>
        </c:ser>
        <c:dLbls>
          <c:showLegendKey val="0"/>
          <c:showVal val="0"/>
          <c:showCatName val="0"/>
          <c:showSerName val="0"/>
          <c:showPercent val="0"/>
          <c:showBubbleSize val="0"/>
        </c:dLbls>
        <c:gapWidth val="50"/>
        <c:overlap val="-27"/>
        <c:axId val="-1711641392"/>
        <c:axId val="-1711639072"/>
      </c:barChart>
      <c:catAx>
        <c:axId val="-1711641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Source Sans Pro" charset="0"/>
                <a:cs typeface="Source Sans Pro" charset="0"/>
              </a:defRPr>
            </a:pPr>
            <a:endParaRPr lang="en-US"/>
          </a:p>
        </c:txPr>
        <c:crossAx val="-1711639072"/>
        <c:crosses val="autoZero"/>
        <c:auto val="1"/>
        <c:lblAlgn val="ctr"/>
        <c:lblOffset val="100"/>
        <c:noMultiLvlLbl val="0"/>
      </c:catAx>
      <c:valAx>
        <c:axId val="-1711639072"/>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Source Sans Pro" charset="0"/>
                <a:cs typeface="Source Sans Pro" charset="0"/>
              </a:defRPr>
            </a:pPr>
            <a:endParaRPr lang="en-US"/>
          </a:p>
        </c:txPr>
        <c:crossAx val="-1711641392"/>
        <c:crosses val="autoZero"/>
        <c:crossBetween val="between"/>
      </c:valAx>
      <c:spPr>
        <a:noFill/>
        <a:ln>
          <a:noFill/>
        </a:ln>
        <a:effectLst/>
      </c:spPr>
    </c:plotArea>
    <c:plotVisOnly val="1"/>
    <c:dispBlanksAs val="gap"/>
    <c:showDLblsOverMax val="0"/>
  </c:chart>
  <c:spPr>
    <a:noFill/>
    <a:ln>
      <a:noFill/>
    </a:ln>
    <a:effectLst/>
  </c:spPr>
  <c:txPr>
    <a:bodyPr/>
    <a:lstStyle/>
    <a:p>
      <a:pPr>
        <a:defRPr sz="1000" b="0" i="0">
          <a:solidFill>
            <a:schemeClr val="tx1"/>
          </a:solidFill>
          <a:latin typeface="+mn-lt"/>
          <a:ea typeface="Source Sans Pro" charset="0"/>
          <a:cs typeface="Source Sans Pro"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barChart>
        <c:barDir val="bar"/>
        <c:grouping val="clustered"/>
        <c:varyColors val="0"/>
        <c:ser>
          <c:idx val="0"/>
          <c:order val="0"/>
          <c:tx>
            <c:strRef>
              <c:f>Sheet1!$B$1</c:f>
              <c:strCache>
                <c:ptCount val="1"/>
                <c:pt idx="0">
                  <c:v>Product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Source Sans Pro" charset="0"/>
                    <a:cs typeface="Source Sans Pro"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Sheet1!$A$2:$A$3</c:f>
              <c:numCache>
                <c:formatCode>General</c:formatCode>
                <c:ptCount val="2"/>
                <c:pt idx="0">
                  <c:v>2013</c:v>
                </c:pt>
                <c:pt idx="1">
                  <c:v>2014</c:v>
                </c:pt>
              </c:numCache>
            </c:numRef>
          </c:cat>
          <c:val>
            <c:numRef>
              <c:f>Sheet1!$B$2:$B$3</c:f>
              <c:numCache>
                <c:formatCode>"$"#,##0</c:formatCode>
                <c:ptCount val="2"/>
                <c:pt idx="0">
                  <c:v>248678</c:v>
                </c:pt>
                <c:pt idx="1">
                  <c:v>345687</c:v>
                </c:pt>
              </c:numCache>
            </c:numRef>
          </c:val>
          <c:extLst>
            <c:ext xmlns:c16="http://schemas.microsoft.com/office/drawing/2014/chart" uri="{C3380CC4-5D6E-409C-BE32-E72D297353CC}">
              <c16:uniqueId val="{00000000-92CB-3546-A0EB-F7A35A32EF13}"/>
            </c:ext>
          </c:extLst>
        </c:ser>
        <c:ser>
          <c:idx val="1"/>
          <c:order val="1"/>
          <c:tx>
            <c:strRef>
              <c:f>Sheet1!$C$1</c:f>
              <c:strCache>
                <c:ptCount val="1"/>
                <c:pt idx="0">
                  <c:v>Product 2</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Source Sans Pro" charset="0"/>
                    <a:cs typeface="Source Sans Pro"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Sheet1!$A$2:$A$3</c:f>
              <c:numCache>
                <c:formatCode>General</c:formatCode>
                <c:ptCount val="2"/>
                <c:pt idx="0">
                  <c:v>2013</c:v>
                </c:pt>
                <c:pt idx="1">
                  <c:v>2014</c:v>
                </c:pt>
              </c:numCache>
            </c:numRef>
          </c:cat>
          <c:val>
            <c:numRef>
              <c:f>Sheet1!$C$2:$C$3</c:f>
              <c:numCache>
                <c:formatCode>"$"#,##0</c:formatCode>
                <c:ptCount val="2"/>
                <c:pt idx="0">
                  <c:v>378000</c:v>
                </c:pt>
                <c:pt idx="1">
                  <c:v>475654</c:v>
                </c:pt>
              </c:numCache>
            </c:numRef>
          </c:val>
          <c:extLst>
            <c:ext xmlns:c16="http://schemas.microsoft.com/office/drawing/2014/chart" uri="{C3380CC4-5D6E-409C-BE32-E72D297353CC}">
              <c16:uniqueId val="{00000001-92CB-3546-A0EB-F7A35A32EF13}"/>
            </c:ext>
          </c:extLst>
        </c:ser>
        <c:ser>
          <c:idx val="2"/>
          <c:order val="2"/>
          <c:tx>
            <c:strRef>
              <c:f>Sheet1!$D$1</c:f>
              <c:strCache>
                <c:ptCount val="1"/>
                <c:pt idx="0">
                  <c:v>Product 3</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Source Sans Pro" charset="0"/>
                    <a:cs typeface="Source Sans Pro"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Sheet1!$A$2:$A$3</c:f>
              <c:numCache>
                <c:formatCode>General</c:formatCode>
                <c:ptCount val="2"/>
                <c:pt idx="0">
                  <c:v>2013</c:v>
                </c:pt>
                <c:pt idx="1">
                  <c:v>2014</c:v>
                </c:pt>
              </c:numCache>
            </c:numRef>
          </c:cat>
          <c:val>
            <c:numRef>
              <c:f>Sheet1!$D$2:$D$3</c:f>
              <c:numCache>
                <c:formatCode>"$"#,##0</c:formatCode>
                <c:ptCount val="2"/>
                <c:pt idx="0">
                  <c:v>412500</c:v>
                </c:pt>
                <c:pt idx="1">
                  <c:v>625456</c:v>
                </c:pt>
              </c:numCache>
            </c:numRef>
          </c:val>
          <c:extLst>
            <c:ext xmlns:c16="http://schemas.microsoft.com/office/drawing/2014/chart" uri="{C3380CC4-5D6E-409C-BE32-E72D297353CC}">
              <c16:uniqueId val="{00000002-92CB-3546-A0EB-F7A35A32EF13}"/>
            </c:ext>
          </c:extLst>
        </c:ser>
        <c:ser>
          <c:idx val="3"/>
          <c:order val="3"/>
          <c:tx>
            <c:strRef>
              <c:f>Sheet1!$E$1</c:f>
              <c:strCache>
                <c:ptCount val="1"/>
                <c:pt idx="0">
                  <c:v>Product 4</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Source Sans Pro" charset="0"/>
                    <a:cs typeface="Source Sans Pro"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Sheet1!$A$2:$A$3</c:f>
              <c:numCache>
                <c:formatCode>General</c:formatCode>
                <c:ptCount val="2"/>
                <c:pt idx="0">
                  <c:v>2013</c:v>
                </c:pt>
                <c:pt idx="1">
                  <c:v>2014</c:v>
                </c:pt>
              </c:numCache>
            </c:numRef>
          </c:cat>
          <c:val>
            <c:numRef>
              <c:f>Sheet1!$E$2:$E$3</c:f>
              <c:numCache>
                <c:formatCode>"$"#,##0</c:formatCode>
                <c:ptCount val="2"/>
                <c:pt idx="0">
                  <c:v>567000</c:v>
                </c:pt>
                <c:pt idx="1">
                  <c:v>789000</c:v>
                </c:pt>
              </c:numCache>
            </c:numRef>
          </c:val>
          <c:extLst>
            <c:ext xmlns:c16="http://schemas.microsoft.com/office/drawing/2014/chart" uri="{C3380CC4-5D6E-409C-BE32-E72D297353CC}">
              <c16:uniqueId val="{00000003-92CB-3546-A0EB-F7A35A32EF13}"/>
            </c:ext>
          </c:extLst>
        </c:ser>
        <c:dLbls>
          <c:showLegendKey val="0"/>
          <c:showVal val="0"/>
          <c:showCatName val="0"/>
          <c:showSerName val="0"/>
          <c:showPercent val="0"/>
          <c:showBubbleSize val="0"/>
        </c:dLbls>
        <c:gapWidth val="150"/>
        <c:axId val="-1710979136"/>
        <c:axId val="-1710977776"/>
      </c:barChart>
      <c:catAx>
        <c:axId val="-1710979136"/>
        <c:scaling>
          <c:orientation val="minMax"/>
        </c:scaling>
        <c:delete val="0"/>
        <c:axPos val="l"/>
        <c:numFmt formatCode="General" sourceLinked="1"/>
        <c:majorTickMark val="out"/>
        <c:minorTickMark val="none"/>
        <c:tickLblPos val="nextTo"/>
        <c:spPr>
          <a:noFill/>
          <a:ln w="6350" cap="flat" cmpd="sng" algn="ctr">
            <a:solidFill>
              <a:schemeClr val="bg1">
                <a:lumMod val="6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Source Sans Pro" charset="0"/>
                <a:cs typeface="Source Sans Pro" charset="0"/>
              </a:defRPr>
            </a:pPr>
            <a:endParaRPr lang="en-US"/>
          </a:p>
        </c:txPr>
        <c:crossAx val="-1710977776"/>
        <c:crosses val="autoZero"/>
        <c:auto val="1"/>
        <c:lblAlgn val="ctr"/>
        <c:lblOffset val="100"/>
        <c:noMultiLvlLbl val="0"/>
      </c:catAx>
      <c:valAx>
        <c:axId val="-1710977776"/>
        <c:scaling>
          <c:orientation val="minMax"/>
        </c:scaling>
        <c:delete val="0"/>
        <c:axPos val="b"/>
        <c:numFmt formatCode="&quot;$&quot;#,##0" sourceLinked="1"/>
        <c:majorTickMark val="out"/>
        <c:minorTickMark val="none"/>
        <c:tickLblPos val="nextTo"/>
        <c:spPr>
          <a:noFill/>
          <a:ln w="6350" cap="flat" cmpd="sng" algn="ctr">
            <a:solidFill>
              <a:schemeClr val="bg1">
                <a:lumMod val="6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Source Sans Pro" charset="0"/>
                <a:cs typeface="Source Sans Pro" charset="0"/>
              </a:defRPr>
            </a:pPr>
            <a:endParaRPr lang="en-US"/>
          </a:p>
        </c:txPr>
        <c:crossAx val="-1710979136"/>
        <c:crosses val="autoZero"/>
        <c:crossBetween val="between"/>
      </c:valAx>
      <c:spPr>
        <a:noFill/>
        <a:ln w="12700">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Source Sans Pro" charset="0"/>
              <a:cs typeface="Source Sans Pro" charset="0"/>
            </a:defRPr>
          </a:pPr>
          <a:endParaRPr lang="en-US"/>
        </a:p>
      </c:txPr>
    </c:legend>
    <c:plotVisOnly val="1"/>
    <c:dispBlanksAs val="gap"/>
    <c:showDLblsOverMax val="0"/>
  </c:chart>
  <c:spPr>
    <a:noFill/>
    <a:ln w="6350" cap="flat" cmpd="sng" algn="ctr">
      <a:noFill/>
      <a:prstDash val="solid"/>
      <a:miter lim="800000"/>
    </a:ln>
    <a:effectLst/>
  </c:spPr>
  <c:txPr>
    <a:bodyPr/>
    <a:lstStyle/>
    <a:p>
      <a:pPr>
        <a:defRPr sz="1000" b="0" i="0">
          <a:solidFill>
            <a:schemeClr val="tx1"/>
          </a:solidFill>
          <a:latin typeface="+mn-lt"/>
          <a:ea typeface="Source Sans Pro" charset="0"/>
          <a:cs typeface="Source Sans Pro"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lineChart>
        <c:grouping val="standard"/>
        <c:varyColors val="0"/>
        <c:ser>
          <c:idx val="0"/>
          <c:order val="0"/>
          <c:tx>
            <c:strRef>
              <c:f>Sheet1!$B$1</c:f>
              <c:strCache>
                <c:ptCount val="1"/>
                <c:pt idx="0">
                  <c:v>Sales</c:v>
                </c:pt>
              </c:strCache>
            </c:strRef>
          </c:tx>
          <c:spPr>
            <a:ln w="25400" cap="rnd" cmpd="sng" algn="ctr">
              <a:solidFill>
                <a:schemeClr val="accent2"/>
              </a:solidFill>
              <a:prstDash val="solid"/>
              <a:round/>
            </a:ln>
            <a:effectLst/>
          </c:spPr>
          <c:marker>
            <c:symbol val="circle"/>
            <c:size val="8"/>
            <c:spPr>
              <a:solidFill>
                <a:schemeClr val="accent2"/>
              </a:solidFill>
              <a:ln w="6350" cap="flat" cmpd="sng" algn="ctr">
                <a:solidFill>
                  <a:schemeClr val="accent2">
                    <a:alpha val="50000"/>
                  </a:schemeClr>
                </a:solidFill>
                <a:prstDash val="solid"/>
                <a:round/>
              </a:ln>
              <a:effectLst/>
            </c:spPr>
          </c:marker>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Source Sans Pro" charset="0"/>
                    <a:cs typeface="Source Sans Pro"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0%</c:formatCode>
                <c:ptCount val="12"/>
                <c:pt idx="0">
                  <c:v>0.05</c:v>
                </c:pt>
                <c:pt idx="1">
                  <c:v>0.1</c:v>
                </c:pt>
                <c:pt idx="2">
                  <c:v>0.15</c:v>
                </c:pt>
                <c:pt idx="3">
                  <c:v>0.22</c:v>
                </c:pt>
                <c:pt idx="4">
                  <c:v>0.3</c:v>
                </c:pt>
                <c:pt idx="5">
                  <c:v>0.28000000000000003</c:v>
                </c:pt>
                <c:pt idx="6">
                  <c:v>0.22</c:v>
                </c:pt>
                <c:pt idx="7">
                  <c:v>0.32000000000000101</c:v>
                </c:pt>
                <c:pt idx="8">
                  <c:v>0.45</c:v>
                </c:pt>
                <c:pt idx="9">
                  <c:v>0.60000000000000098</c:v>
                </c:pt>
                <c:pt idx="10">
                  <c:v>0.65000000000000202</c:v>
                </c:pt>
                <c:pt idx="11">
                  <c:v>0.55000000000000004</c:v>
                </c:pt>
              </c:numCache>
            </c:numRef>
          </c:val>
          <c:smooth val="0"/>
          <c:extLst>
            <c:ext xmlns:c16="http://schemas.microsoft.com/office/drawing/2014/chart" uri="{C3380CC4-5D6E-409C-BE32-E72D297353CC}">
              <c16:uniqueId val="{00000000-5F3D-CE4E-A9BC-C8FF5999B084}"/>
            </c:ext>
          </c:extLst>
        </c:ser>
        <c:ser>
          <c:idx val="1"/>
          <c:order val="1"/>
          <c:tx>
            <c:strRef>
              <c:f>Sheet1!$C$1</c:f>
              <c:strCache>
                <c:ptCount val="1"/>
                <c:pt idx="0">
                  <c:v>Revenue</c:v>
                </c:pt>
              </c:strCache>
            </c:strRef>
          </c:tx>
          <c:spPr>
            <a:ln w="25400" cap="rnd" cmpd="sng" algn="ctr">
              <a:solidFill>
                <a:schemeClr val="accent1"/>
              </a:solidFill>
              <a:prstDash val="solid"/>
              <a:round/>
            </a:ln>
            <a:effectLst/>
          </c:spPr>
          <c:marker>
            <c:symbol val="circle"/>
            <c:size val="7"/>
            <c:spPr>
              <a:solidFill>
                <a:schemeClr val="accent1"/>
              </a:solidFill>
              <a:ln w="6350" cap="flat" cmpd="sng" algn="ctr">
                <a:solidFill>
                  <a:schemeClr val="accent1"/>
                </a:solidFill>
                <a:prstDash val="solid"/>
                <a:round/>
              </a:ln>
              <a:effectLst/>
            </c:spPr>
          </c:marker>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Source Sans Pro" charset="0"/>
                    <a:cs typeface="Source Sans Pro"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0%</c:formatCode>
                <c:ptCount val="12"/>
                <c:pt idx="0">
                  <c:v>0.28000000000000003</c:v>
                </c:pt>
                <c:pt idx="1">
                  <c:v>0.380000000000001</c:v>
                </c:pt>
                <c:pt idx="2">
                  <c:v>0.4</c:v>
                </c:pt>
                <c:pt idx="3">
                  <c:v>0.48</c:v>
                </c:pt>
                <c:pt idx="4">
                  <c:v>0.65000000000000202</c:v>
                </c:pt>
                <c:pt idx="5">
                  <c:v>0.65000000000000202</c:v>
                </c:pt>
                <c:pt idx="6">
                  <c:v>0.78</c:v>
                </c:pt>
                <c:pt idx="7">
                  <c:v>0.85000000000000098</c:v>
                </c:pt>
                <c:pt idx="8">
                  <c:v>0.86000000000000099</c:v>
                </c:pt>
                <c:pt idx="9">
                  <c:v>0.85000000000000098</c:v>
                </c:pt>
                <c:pt idx="10">
                  <c:v>0.9</c:v>
                </c:pt>
                <c:pt idx="11">
                  <c:v>0.85000000000000098</c:v>
                </c:pt>
              </c:numCache>
            </c:numRef>
          </c:val>
          <c:smooth val="0"/>
          <c:extLst>
            <c:ext xmlns:c16="http://schemas.microsoft.com/office/drawing/2014/chart" uri="{C3380CC4-5D6E-409C-BE32-E72D297353CC}">
              <c16:uniqueId val="{00000001-5F3D-CE4E-A9BC-C8FF5999B084}"/>
            </c:ext>
          </c:extLst>
        </c:ser>
        <c:dLbls>
          <c:showLegendKey val="0"/>
          <c:showVal val="0"/>
          <c:showCatName val="0"/>
          <c:showSerName val="0"/>
          <c:showPercent val="0"/>
          <c:showBubbleSize val="0"/>
        </c:dLbls>
        <c:marker val="1"/>
        <c:smooth val="0"/>
        <c:axId val="-1434130272"/>
        <c:axId val="-1434128224"/>
      </c:lineChart>
      <c:catAx>
        <c:axId val="-1434130272"/>
        <c:scaling>
          <c:orientation val="minMax"/>
        </c:scaling>
        <c:delete val="0"/>
        <c:axPos val="b"/>
        <c:numFmt formatCode="General" sourceLinked="1"/>
        <c:majorTickMark val="out"/>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Source Sans Pro" charset="0"/>
                <a:cs typeface="Source Sans Pro" charset="0"/>
              </a:defRPr>
            </a:pPr>
            <a:endParaRPr lang="en-US"/>
          </a:p>
        </c:txPr>
        <c:crossAx val="-1434128224"/>
        <c:crosses val="autoZero"/>
        <c:auto val="1"/>
        <c:lblAlgn val="ctr"/>
        <c:lblOffset val="100"/>
        <c:noMultiLvlLbl val="0"/>
      </c:catAx>
      <c:valAx>
        <c:axId val="-1434128224"/>
        <c:scaling>
          <c:orientation val="minMax"/>
        </c:scaling>
        <c:delete val="0"/>
        <c:axPos val="l"/>
        <c:majorGridlines>
          <c:spPr>
            <a:ln w="6350" cap="flat" cmpd="sng" algn="ctr">
              <a:solidFill>
                <a:schemeClr val="bg1">
                  <a:lumMod val="85000"/>
                </a:schemeClr>
              </a:solidFill>
              <a:prstDash val="solid"/>
              <a:round/>
            </a:ln>
            <a:effectLst/>
          </c:spPr>
        </c:majorGridlines>
        <c:numFmt formatCode="0%" sourceLinked="1"/>
        <c:majorTickMark val="out"/>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Source Sans Pro" charset="0"/>
                <a:cs typeface="Source Sans Pro" charset="0"/>
              </a:defRPr>
            </a:pPr>
            <a:endParaRPr lang="en-US"/>
          </a:p>
        </c:txPr>
        <c:crossAx val="-1434130272"/>
        <c:crosses val="autoZero"/>
        <c:crossBetween val="between"/>
      </c:valAx>
      <c:spPr>
        <a:noFill/>
        <a:ln w="6350">
          <a:solidFill>
            <a:schemeClr val="bg1">
              <a:lumMod val="85000"/>
            </a:schemeClr>
          </a:solidFill>
        </a:ln>
        <a:effectLst/>
      </c:spPr>
    </c:plotArea>
    <c:legend>
      <c:legendPos val="b"/>
      <c:layout>
        <c:manualLayout>
          <c:xMode val="edge"/>
          <c:yMode val="edge"/>
          <c:x val="0.336918100806263"/>
          <c:y val="0.89295940277886798"/>
          <c:w val="0.33913602715828201"/>
          <c:h val="9.5587485987975201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Source Sans Pro" charset="0"/>
              <a:cs typeface="Source Sans Pro" charset="0"/>
            </a:defRPr>
          </a:pPr>
          <a:endParaRPr lang="en-US"/>
        </a:p>
      </c:txPr>
    </c:legend>
    <c:plotVisOnly val="1"/>
    <c:dispBlanksAs val="gap"/>
    <c:showDLblsOverMax val="0"/>
  </c:chart>
  <c:spPr>
    <a:noFill/>
    <a:ln w="6350" cap="flat" cmpd="sng" algn="ctr">
      <a:noFill/>
      <a:prstDash val="solid"/>
      <a:miter lim="800000"/>
    </a:ln>
    <a:effectLst/>
  </c:spPr>
  <c:txPr>
    <a:bodyPr/>
    <a:lstStyle/>
    <a:p>
      <a:pPr>
        <a:defRPr sz="1000" b="0" i="0">
          <a:solidFill>
            <a:schemeClr val="tx1"/>
          </a:solidFill>
          <a:latin typeface="+mn-lt"/>
          <a:ea typeface="Source Sans Pro" charset="0"/>
          <a:cs typeface="Source Sans Pro"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withinLinear" id="14">
  <a:schemeClr val="accent1"/>
</cs:colorStyle>
</file>

<file path=ppt/charts/colors7.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740EBAF-D955-C443-AB02-2BCBC7797572}" type="datetimeFigureOut">
              <a:rPr lang="en-US" smtClean="0"/>
              <a:t>7/3/22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9E1DC8B-0A09-DC4E-ABCE-FAAA12F0302B}" type="slidenum">
              <a:rPr lang="en-US" smtClean="0"/>
              <a:t>‹#›</a:t>
            </a:fld>
            <a:endParaRPr lang="en-US"/>
          </a:p>
        </p:txBody>
      </p:sp>
    </p:spTree>
    <p:extLst>
      <p:ext uri="{BB962C8B-B14F-4D97-AF65-F5344CB8AC3E}">
        <p14:creationId xmlns:p14="http://schemas.microsoft.com/office/powerpoint/2010/main" val="20685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7A641A-FC50-3840-A830-42D90553FE8C}" type="datetimeFigureOut">
              <a:rPr lang="en-US" smtClean="0"/>
              <a:t>7/3/22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896355-3DDC-9949-861F-AD0908BFCC23}" type="slidenum">
              <a:rPr lang="en-US" smtClean="0"/>
              <a:t>‹#›</a:t>
            </a:fld>
            <a:endParaRPr lang="en-US"/>
          </a:p>
        </p:txBody>
      </p:sp>
    </p:spTree>
    <p:extLst>
      <p:ext uri="{BB962C8B-B14F-4D97-AF65-F5344CB8AC3E}">
        <p14:creationId xmlns:p14="http://schemas.microsoft.com/office/powerpoint/2010/main" val="209977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Tree>
    <p:extLst>
      <p:ext uri="{BB962C8B-B14F-4D97-AF65-F5344CB8AC3E}">
        <p14:creationId xmlns:p14="http://schemas.microsoft.com/office/powerpoint/2010/main" val="252126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0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Tree>
    <p:extLst>
      <p:ext uri="{BB962C8B-B14F-4D97-AF65-F5344CB8AC3E}">
        <p14:creationId xmlns:p14="http://schemas.microsoft.com/office/powerpoint/2010/main" val="473075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4" name="Picture Placeholder 4"/>
          <p:cNvSpPr>
            <a:spLocks noGrp="1"/>
          </p:cNvSpPr>
          <p:nvPr>
            <p:ph type="pic" sz="quarter" idx="11" hasCustomPrompt="1"/>
          </p:nvPr>
        </p:nvSpPr>
        <p:spPr>
          <a:xfrm>
            <a:off x="0" y="0"/>
            <a:ext cx="12192000"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Tree>
    <p:extLst>
      <p:ext uri="{BB962C8B-B14F-4D97-AF65-F5344CB8AC3E}">
        <p14:creationId xmlns:p14="http://schemas.microsoft.com/office/powerpoint/2010/main" val="36898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4" name="Picture Placeholder 4"/>
          <p:cNvSpPr>
            <a:spLocks noGrp="1"/>
          </p:cNvSpPr>
          <p:nvPr>
            <p:ph type="pic" sz="quarter" idx="11" hasCustomPrompt="1"/>
          </p:nvPr>
        </p:nvSpPr>
        <p:spPr>
          <a:xfrm>
            <a:off x="0" y="0"/>
            <a:ext cx="12192000"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5" name="Номер слайда 21"/>
          <p:cNvSpPr txBox="1">
            <a:spLocks/>
          </p:cNvSpPr>
          <p:nvPr userDrawn="1"/>
        </p:nvSpPr>
        <p:spPr>
          <a:xfrm>
            <a:off x="388273" y="6571277"/>
            <a:ext cx="513735" cy="227164"/>
          </a:xfrm>
          <a:prstGeom prst="rect">
            <a:avLst/>
          </a:prstGeom>
          <a:noFill/>
        </p:spPr>
        <p:txBody>
          <a:bodyPr vert="horz" lIns="0" tIns="0" rIns="0" bIns="0" rtlCol="0" anchor="ctr"/>
          <a:lstStyle>
            <a:defPPr>
              <a:defRPr lang="en-US"/>
            </a:defPPr>
            <a:lvl1pPr marL="0" algn="ctr" defTabSz="914330" rtl="0" eaLnBrk="1" latinLnBrk="0" hangingPunct="1">
              <a:defRPr sz="1000" b="0" i="0" kern="1200">
                <a:solidFill>
                  <a:schemeClr val="tx1">
                    <a:alpha val="70000"/>
                  </a:schemeClr>
                </a:solidFill>
                <a:latin typeface="Montserrat Medium" charset="0"/>
                <a:ea typeface="Montserrat Medium" charset="0"/>
                <a:cs typeface="Montserrat Medium" charset="0"/>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a:lstStyle>
          <a:p>
            <a:fld id="{D8D877B3-D348-4611-9BDB-C5374591D951}"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7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4" name="Picture Placeholder 4"/>
          <p:cNvSpPr>
            <a:spLocks noGrp="1"/>
          </p:cNvSpPr>
          <p:nvPr>
            <p:ph type="pic" sz="quarter" idx="11" hasCustomPrompt="1"/>
          </p:nvPr>
        </p:nvSpPr>
        <p:spPr>
          <a:xfrm>
            <a:off x="0" y="0"/>
            <a:ext cx="12192000"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5" name="Номер слайда 21"/>
          <p:cNvSpPr txBox="1">
            <a:spLocks/>
          </p:cNvSpPr>
          <p:nvPr userDrawn="1"/>
        </p:nvSpPr>
        <p:spPr>
          <a:xfrm>
            <a:off x="388273" y="6571277"/>
            <a:ext cx="513735" cy="227164"/>
          </a:xfrm>
          <a:prstGeom prst="rect">
            <a:avLst/>
          </a:prstGeom>
          <a:noFill/>
        </p:spPr>
        <p:txBody>
          <a:bodyPr vert="horz" lIns="0" tIns="0" rIns="0" bIns="0" rtlCol="0" anchor="ctr"/>
          <a:lstStyle>
            <a:defPPr>
              <a:defRPr lang="en-US"/>
            </a:defPPr>
            <a:lvl1pPr marL="0" algn="ctr" defTabSz="914330" rtl="0" eaLnBrk="1" latinLnBrk="0" hangingPunct="1">
              <a:defRPr sz="1000" b="0" i="0" kern="1200">
                <a:solidFill>
                  <a:schemeClr val="tx1">
                    <a:alpha val="70000"/>
                  </a:schemeClr>
                </a:solidFill>
                <a:latin typeface="Montserrat Medium" charset="0"/>
                <a:ea typeface="Montserrat Medium" charset="0"/>
                <a:cs typeface="Montserrat Medium" charset="0"/>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a:lstStyle>
          <a:p>
            <a:fld id="{D8D877B3-D348-4611-9BDB-C5374591D951}" type="slidenum">
              <a:rPr lang="en-US" smtClean="0"/>
              <a:pPr/>
              <a:t>‹#›</a:t>
            </a:fld>
            <a:endParaRPr lang="en-US" dirty="0"/>
          </a:p>
        </p:txBody>
      </p:sp>
      <p:sp>
        <p:nvSpPr>
          <p:cNvPr id="6" name="Title 4"/>
          <p:cNvSpPr>
            <a:spLocks noGrp="1"/>
          </p:cNvSpPr>
          <p:nvPr>
            <p:ph type="title" hasCustomPrompt="1"/>
          </p:nvPr>
        </p:nvSpPr>
        <p:spPr>
          <a:xfrm>
            <a:off x="1866899" y="4517240"/>
            <a:ext cx="8046357" cy="2438731"/>
          </a:xfrm>
        </p:spPr>
        <p:txBody>
          <a:bodyPr/>
          <a:lstStyle>
            <a:lvl1pPr>
              <a:defRPr sz="5400"/>
            </a:lvl1pPr>
          </a:lstStyle>
          <a:p>
            <a:r>
              <a:rPr lang="en-US" dirty="0"/>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4" name="Picture Placeholder 4"/>
          <p:cNvSpPr>
            <a:spLocks noGrp="1"/>
          </p:cNvSpPr>
          <p:nvPr>
            <p:ph type="pic" sz="quarter" idx="11" hasCustomPrompt="1"/>
          </p:nvPr>
        </p:nvSpPr>
        <p:spPr>
          <a:xfrm>
            <a:off x="0" y="0"/>
            <a:ext cx="12192000"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5" name="Номер слайда 21"/>
          <p:cNvSpPr txBox="1">
            <a:spLocks/>
          </p:cNvSpPr>
          <p:nvPr userDrawn="1"/>
        </p:nvSpPr>
        <p:spPr>
          <a:xfrm>
            <a:off x="235873" y="6418877"/>
            <a:ext cx="513735" cy="227164"/>
          </a:xfrm>
          <a:prstGeom prst="rect">
            <a:avLst/>
          </a:prstGeom>
          <a:noFill/>
        </p:spPr>
        <p:txBody>
          <a:bodyPr vert="horz" lIns="0" tIns="0" rIns="0" bIns="0" rtlCol="0" anchor="ctr"/>
          <a:lstStyle>
            <a:defPPr>
              <a:defRPr lang="en-US"/>
            </a:defPPr>
            <a:lvl1pPr marL="0" algn="ctr" defTabSz="914330" rtl="0" eaLnBrk="1" latinLnBrk="0" hangingPunct="1">
              <a:defRPr sz="1000" b="0" i="0" kern="1200">
                <a:solidFill>
                  <a:schemeClr val="tx1">
                    <a:alpha val="70000"/>
                  </a:schemeClr>
                </a:solidFill>
                <a:latin typeface="Montserrat Medium" charset="0"/>
                <a:ea typeface="Montserrat Medium" charset="0"/>
                <a:cs typeface="Montserrat Medium" charset="0"/>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a:lstStyle>
          <a:p>
            <a:fld id="{D8D877B3-D348-4611-9BDB-C5374591D951}" type="slidenum">
              <a:rPr lang="en-US" smtClean="0"/>
              <a:pPr/>
              <a:t>‹#›</a:t>
            </a:fld>
            <a:endParaRPr lang="en-US" dirty="0"/>
          </a:p>
        </p:txBody>
      </p:sp>
      <p:cxnSp>
        <p:nvCxnSpPr>
          <p:cNvPr id="6" name="Straight Connector 5"/>
          <p:cNvCxnSpPr/>
          <p:nvPr userDrawn="1"/>
        </p:nvCxnSpPr>
        <p:spPr>
          <a:xfrm>
            <a:off x="985480" y="0"/>
            <a:ext cx="0" cy="685800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468887" y="3262747"/>
            <a:ext cx="0" cy="34497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516593" y="3262747"/>
            <a:ext cx="0" cy="34497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9" name="Title 4"/>
          <p:cNvSpPr>
            <a:spLocks noGrp="1"/>
          </p:cNvSpPr>
          <p:nvPr>
            <p:ph type="title" hasCustomPrompt="1"/>
          </p:nvPr>
        </p:nvSpPr>
        <p:spPr>
          <a:xfrm>
            <a:off x="1866900" y="996124"/>
            <a:ext cx="4229100" cy="1621619"/>
          </a:xfrm>
        </p:spPr>
        <p:txBody>
          <a:bodyPr/>
          <a:lstStyle>
            <a:lvl1pPr>
              <a:defRPr sz="3600"/>
            </a:lvl1pPr>
          </a:lstStyle>
          <a:p>
            <a:r>
              <a:rPr lang="en-US" dirty="0"/>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5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4" name="Picture Placeholder 4"/>
          <p:cNvSpPr>
            <a:spLocks noGrp="1"/>
          </p:cNvSpPr>
          <p:nvPr>
            <p:ph type="pic" sz="quarter" idx="11" hasCustomPrompt="1"/>
          </p:nvPr>
        </p:nvSpPr>
        <p:spPr>
          <a:xfrm>
            <a:off x="0" y="0"/>
            <a:ext cx="12192000"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5" name="Номер слайда 21"/>
          <p:cNvSpPr txBox="1">
            <a:spLocks/>
          </p:cNvSpPr>
          <p:nvPr userDrawn="1"/>
        </p:nvSpPr>
        <p:spPr>
          <a:xfrm>
            <a:off x="235873" y="6418877"/>
            <a:ext cx="513735" cy="227164"/>
          </a:xfrm>
          <a:prstGeom prst="rect">
            <a:avLst/>
          </a:prstGeom>
          <a:noFill/>
        </p:spPr>
        <p:txBody>
          <a:bodyPr vert="horz" lIns="0" tIns="0" rIns="0" bIns="0" rtlCol="0" anchor="ctr"/>
          <a:lstStyle>
            <a:defPPr>
              <a:defRPr lang="en-US"/>
            </a:defPPr>
            <a:lvl1pPr marL="0" algn="ctr" defTabSz="914330" rtl="0" eaLnBrk="1" latinLnBrk="0" hangingPunct="1">
              <a:defRPr sz="1000" b="0" i="0" kern="1200">
                <a:solidFill>
                  <a:schemeClr val="tx1">
                    <a:alpha val="70000"/>
                  </a:schemeClr>
                </a:solidFill>
                <a:latin typeface="Montserrat Medium" charset="0"/>
                <a:ea typeface="Montserrat Medium" charset="0"/>
                <a:cs typeface="Montserrat Medium" charset="0"/>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a:lstStyle>
          <a:p>
            <a:fld id="{D8D877B3-D348-4611-9BDB-C5374591D951}" type="slidenum">
              <a:rPr lang="en-US" smtClean="0">
                <a:solidFill>
                  <a:schemeClr val="bg1">
                    <a:alpha val="70000"/>
                  </a:schemeClr>
                </a:solidFill>
              </a:rPr>
              <a:pPr/>
              <a:t>‹#›</a:t>
            </a:fld>
            <a:endParaRPr lang="en-US" dirty="0">
              <a:solidFill>
                <a:schemeClr val="bg1">
                  <a:alpha val="70000"/>
                </a:schemeClr>
              </a:solidFill>
            </a:endParaRPr>
          </a:p>
        </p:txBody>
      </p:sp>
      <p:cxnSp>
        <p:nvCxnSpPr>
          <p:cNvPr id="6" name="Straight Connector 5"/>
          <p:cNvCxnSpPr/>
          <p:nvPr userDrawn="1"/>
        </p:nvCxnSpPr>
        <p:spPr>
          <a:xfrm>
            <a:off x="985480" y="0"/>
            <a:ext cx="0" cy="685800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468887" y="3262747"/>
            <a:ext cx="0" cy="34497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516593" y="3262747"/>
            <a:ext cx="0" cy="34497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9" name="Title 4"/>
          <p:cNvSpPr>
            <a:spLocks noGrp="1"/>
          </p:cNvSpPr>
          <p:nvPr>
            <p:ph type="title" hasCustomPrompt="1"/>
          </p:nvPr>
        </p:nvSpPr>
        <p:spPr>
          <a:xfrm>
            <a:off x="1866900" y="996124"/>
            <a:ext cx="4229100" cy="1621619"/>
          </a:xfrm>
        </p:spPr>
        <p:txBody>
          <a:bodyPr/>
          <a:lstStyle>
            <a:lvl1pPr>
              <a:defRPr sz="3600">
                <a:solidFill>
                  <a:schemeClr val="bg1"/>
                </a:solidFill>
              </a:defRPr>
            </a:lvl1pPr>
          </a:lstStyle>
          <a:p>
            <a:r>
              <a:rPr lang="en-US" dirty="0"/>
              <a:t>CLICK TO EDIT MASTER TITLE STYLE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sz="1000"/>
            </a:lvl1pPr>
          </a:lstStyle>
          <a:p>
            <a:fld id="{D8D877B3-D348-4611-9BDB-C5374591D951}" type="slidenum">
              <a:rPr lang="en-US" smtClean="0"/>
              <a:pPr/>
              <a:t>‹#›</a:t>
            </a:fld>
            <a:endParaRPr lang="en-US" dirty="0"/>
          </a:p>
        </p:txBody>
      </p:sp>
      <p:sp>
        <p:nvSpPr>
          <p:cNvPr id="5" name="Title 4"/>
          <p:cNvSpPr>
            <a:spLocks noGrp="1"/>
          </p:cNvSpPr>
          <p:nvPr>
            <p:ph type="title" hasCustomPrompt="1"/>
          </p:nvPr>
        </p:nvSpPr>
        <p:spPr>
          <a:xfrm>
            <a:off x="1866900" y="2500438"/>
            <a:ext cx="4229100" cy="1857123"/>
          </a:xfrm>
        </p:spPr>
        <p:txBody>
          <a:bodyPr/>
          <a:lstStyle/>
          <a:p>
            <a:r>
              <a:rPr lang="en-US" dirty="0"/>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Title 4"/>
          <p:cNvSpPr>
            <a:spLocks noGrp="1"/>
          </p:cNvSpPr>
          <p:nvPr>
            <p:ph type="title" hasCustomPrompt="1"/>
          </p:nvPr>
        </p:nvSpPr>
        <p:spPr>
          <a:xfrm>
            <a:off x="1866900" y="2618190"/>
            <a:ext cx="4229100" cy="1621619"/>
          </a:xfrm>
        </p:spPr>
        <p:txBody>
          <a:bodyPr/>
          <a:lstStyle>
            <a:lvl1pPr>
              <a:defRPr sz="3600"/>
            </a:lvl1pPr>
          </a:lstStyle>
          <a:p>
            <a:r>
              <a:rPr lang="en-US" dirty="0"/>
              <a:t>CLICK TO EDIT MASTER TITLE STYLE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Title 4"/>
          <p:cNvSpPr>
            <a:spLocks noGrp="1"/>
          </p:cNvSpPr>
          <p:nvPr>
            <p:ph type="title" hasCustomPrompt="1"/>
          </p:nvPr>
        </p:nvSpPr>
        <p:spPr>
          <a:xfrm>
            <a:off x="1866900" y="996124"/>
            <a:ext cx="4229100" cy="1621619"/>
          </a:xfrm>
        </p:spPr>
        <p:txBody>
          <a:bodyPr/>
          <a:lstStyle>
            <a:lvl1pPr>
              <a:defRPr sz="3600"/>
            </a:lvl1pPr>
          </a:lstStyle>
          <a:p>
            <a:r>
              <a:rPr lang="en-US" dirty="0"/>
              <a:t>CLICK TO EDIT MASTER TITLE STYLE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4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Title 4"/>
          <p:cNvSpPr>
            <a:spLocks noGrp="1"/>
          </p:cNvSpPr>
          <p:nvPr>
            <p:ph type="title" hasCustomPrompt="1"/>
          </p:nvPr>
        </p:nvSpPr>
        <p:spPr>
          <a:xfrm>
            <a:off x="1866900" y="996124"/>
            <a:ext cx="4229100" cy="1621619"/>
          </a:xfrm>
        </p:spPr>
        <p:txBody>
          <a:bodyPr/>
          <a:lstStyle>
            <a:lvl1pPr>
              <a:defRPr sz="3600"/>
            </a:lvl1pPr>
          </a:lstStyle>
          <a:p>
            <a:r>
              <a:rPr lang="en-US" dirty="0"/>
              <a:t>CLICK TO EDIT MASTER TITLE STYLE</a:t>
            </a:r>
          </a:p>
        </p:txBody>
      </p:sp>
      <p:sp>
        <p:nvSpPr>
          <p:cNvPr id="7" name="Picture Placeholder 4"/>
          <p:cNvSpPr>
            <a:spLocks noGrp="1"/>
          </p:cNvSpPr>
          <p:nvPr>
            <p:ph type="pic" sz="quarter" idx="11" hasCustomPrompt="1"/>
          </p:nvPr>
        </p:nvSpPr>
        <p:spPr>
          <a:xfrm>
            <a:off x="4653153" y="2290219"/>
            <a:ext cx="1866901" cy="1301578"/>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8" name="Picture Placeholder 4"/>
          <p:cNvSpPr>
            <a:spLocks noGrp="1"/>
          </p:cNvSpPr>
          <p:nvPr>
            <p:ph type="pic" sz="quarter" idx="12" hasCustomPrompt="1"/>
          </p:nvPr>
        </p:nvSpPr>
        <p:spPr>
          <a:xfrm>
            <a:off x="4653153" y="4235103"/>
            <a:ext cx="1866901" cy="1301578"/>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5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8" name="Picture Placeholder 4"/>
          <p:cNvSpPr>
            <a:spLocks noGrp="1"/>
          </p:cNvSpPr>
          <p:nvPr>
            <p:ph type="pic" sz="quarter" idx="12" hasCustomPrompt="1"/>
          </p:nvPr>
        </p:nvSpPr>
        <p:spPr>
          <a:xfrm>
            <a:off x="4653153" y="4655233"/>
            <a:ext cx="1866901" cy="1301578"/>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1" name="Picture Placeholder 4"/>
          <p:cNvSpPr>
            <a:spLocks noGrp="1"/>
          </p:cNvSpPr>
          <p:nvPr>
            <p:ph type="pic" sz="quarter" idx="13" hasCustomPrompt="1"/>
          </p:nvPr>
        </p:nvSpPr>
        <p:spPr>
          <a:xfrm>
            <a:off x="4653153" y="2907197"/>
            <a:ext cx="1866901" cy="1301578"/>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2" name="Picture Placeholder 4"/>
          <p:cNvSpPr>
            <a:spLocks noGrp="1"/>
          </p:cNvSpPr>
          <p:nvPr>
            <p:ph type="pic" sz="quarter" idx="14" hasCustomPrompt="1"/>
          </p:nvPr>
        </p:nvSpPr>
        <p:spPr>
          <a:xfrm>
            <a:off x="4653153" y="1181100"/>
            <a:ext cx="1866901" cy="1301578"/>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6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6" name="Picture Placeholder 4"/>
          <p:cNvSpPr>
            <a:spLocks noGrp="1"/>
          </p:cNvSpPr>
          <p:nvPr>
            <p:ph type="pic" sz="quarter" idx="13" hasCustomPrompt="1"/>
          </p:nvPr>
        </p:nvSpPr>
        <p:spPr>
          <a:xfrm>
            <a:off x="4653153" y="2907197"/>
            <a:ext cx="1866901" cy="1301578"/>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9" name="Picture Placeholder 4"/>
          <p:cNvSpPr>
            <a:spLocks noGrp="1"/>
          </p:cNvSpPr>
          <p:nvPr>
            <p:ph type="pic" sz="quarter" idx="14" hasCustomPrompt="1"/>
          </p:nvPr>
        </p:nvSpPr>
        <p:spPr>
          <a:xfrm>
            <a:off x="4653153" y="1181100"/>
            <a:ext cx="1866901" cy="1301578"/>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1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Title 4"/>
          <p:cNvSpPr>
            <a:spLocks noGrp="1"/>
          </p:cNvSpPr>
          <p:nvPr>
            <p:ph type="title" hasCustomPrompt="1"/>
          </p:nvPr>
        </p:nvSpPr>
        <p:spPr>
          <a:xfrm>
            <a:off x="1866900" y="996124"/>
            <a:ext cx="4229100" cy="1621619"/>
          </a:xfrm>
        </p:spPr>
        <p:txBody>
          <a:bodyPr/>
          <a:lstStyle>
            <a:lvl1pPr>
              <a:defRPr sz="3600"/>
            </a:lvl1pPr>
          </a:lstStyle>
          <a:p>
            <a:r>
              <a:rPr lang="en-US" dirty="0"/>
              <a:t>CLICK TO EDIT MASTER TITLE STYLE</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Title 4"/>
          <p:cNvSpPr>
            <a:spLocks noGrp="1"/>
          </p:cNvSpPr>
          <p:nvPr>
            <p:ph type="title" hasCustomPrompt="1"/>
          </p:nvPr>
        </p:nvSpPr>
        <p:spPr>
          <a:xfrm>
            <a:off x="1866900" y="996125"/>
            <a:ext cx="8477747" cy="745212"/>
          </a:xfrm>
        </p:spPr>
        <p:txBody>
          <a:bodyPr/>
          <a:lstStyle>
            <a:lvl1pPr algn="ctr">
              <a:defRPr sz="3600"/>
            </a:lvl1pPr>
          </a:lstStyle>
          <a:p>
            <a:r>
              <a:rPr lang="en-US" dirty="0"/>
              <a:t>CLICK TO EDIT MASTER TITLE STYLE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Title 4"/>
          <p:cNvSpPr>
            <a:spLocks noGrp="1"/>
          </p:cNvSpPr>
          <p:nvPr>
            <p:ph type="title" hasCustomPrompt="1"/>
          </p:nvPr>
        </p:nvSpPr>
        <p:spPr>
          <a:xfrm>
            <a:off x="1866900" y="1759448"/>
            <a:ext cx="4229100" cy="1621619"/>
          </a:xfrm>
        </p:spPr>
        <p:txBody>
          <a:bodyPr/>
          <a:lstStyle>
            <a:lvl1pPr>
              <a:defRPr sz="3600"/>
            </a:lvl1pPr>
          </a:lstStyle>
          <a:p>
            <a:r>
              <a:rPr lang="en-US" dirty="0"/>
              <a:t>CLICK TO EDIT MASTER TITLE STYLE</a:t>
            </a:r>
          </a:p>
        </p:txBody>
      </p:sp>
      <p:sp>
        <p:nvSpPr>
          <p:cNvPr id="6" name="Picture Placeholder 4"/>
          <p:cNvSpPr>
            <a:spLocks noGrp="1"/>
          </p:cNvSpPr>
          <p:nvPr>
            <p:ph type="pic" sz="quarter" idx="11" hasCustomPrompt="1"/>
          </p:nvPr>
        </p:nvSpPr>
        <p:spPr>
          <a:xfrm>
            <a:off x="0" y="3927944"/>
            <a:ext cx="12192000" cy="2930056"/>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Tree>
    <p:extLst>
      <p:ext uri="{BB962C8B-B14F-4D97-AF65-F5344CB8AC3E}">
        <p14:creationId xmlns:p14="http://schemas.microsoft.com/office/powerpoint/2010/main" val="4986074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990600" y="2313828"/>
            <a:ext cx="3748377" cy="2798861"/>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6" name="Picture Placeholder 4"/>
          <p:cNvSpPr>
            <a:spLocks noGrp="1"/>
          </p:cNvSpPr>
          <p:nvPr>
            <p:ph type="pic" sz="quarter" idx="12" hasCustomPrompt="1"/>
          </p:nvPr>
        </p:nvSpPr>
        <p:spPr>
          <a:xfrm>
            <a:off x="4738977" y="2313828"/>
            <a:ext cx="3748377" cy="2798861"/>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7" name="Picture Placeholder 4"/>
          <p:cNvSpPr>
            <a:spLocks noGrp="1"/>
          </p:cNvSpPr>
          <p:nvPr>
            <p:ph type="pic" sz="quarter" idx="13" hasCustomPrompt="1"/>
          </p:nvPr>
        </p:nvSpPr>
        <p:spPr>
          <a:xfrm>
            <a:off x="8487355" y="2313828"/>
            <a:ext cx="3704646" cy="2798861"/>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8" name="Title 4"/>
          <p:cNvSpPr>
            <a:spLocks noGrp="1"/>
          </p:cNvSpPr>
          <p:nvPr>
            <p:ph type="title" hasCustomPrompt="1"/>
          </p:nvPr>
        </p:nvSpPr>
        <p:spPr>
          <a:xfrm>
            <a:off x="1866900" y="996124"/>
            <a:ext cx="4229100" cy="1621619"/>
          </a:xfrm>
        </p:spPr>
        <p:txBody>
          <a:bodyPr/>
          <a:lstStyle>
            <a:lvl1pPr>
              <a:defRPr sz="3600"/>
            </a:lvl1pPr>
          </a:lstStyle>
          <a:p>
            <a:r>
              <a:rPr lang="en-US" dirty="0"/>
              <a:t>CLICK TO EDIT MASTER TITLE STYLE</a:t>
            </a:r>
          </a:p>
        </p:txBody>
      </p:sp>
    </p:spTree>
    <p:extLst>
      <p:ext uri="{BB962C8B-B14F-4D97-AF65-F5344CB8AC3E}">
        <p14:creationId xmlns:p14="http://schemas.microsoft.com/office/powerpoint/2010/main" val="6186693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4837707" y="1"/>
            <a:ext cx="3598627" cy="2289976"/>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6" name="Picture Placeholder 4"/>
          <p:cNvSpPr>
            <a:spLocks noGrp="1"/>
          </p:cNvSpPr>
          <p:nvPr>
            <p:ph type="pic" sz="quarter" idx="12" hasCustomPrompt="1"/>
          </p:nvPr>
        </p:nvSpPr>
        <p:spPr>
          <a:xfrm>
            <a:off x="4837707" y="2289977"/>
            <a:ext cx="3598627" cy="2289976"/>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7" name="Picture Placeholder 4"/>
          <p:cNvSpPr>
            <a:spLocks noGrp="1"/>
          </p:cNvSpPr>
          <p:nvPr>
            <p:ph type="pic" sz="quarter" idx="13" hasCustomPrompt="1"/>
          </p:nvPr>
        </p:nvSpPr>
        <p:spPr>
          <a:xfrm>
            <a:off x="4837707" y="4573989"/>
            <a:ext cx="3598627" cy="2284011"/>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8" name="Title 4"/>
          <p:cNvSpPr>
            <a:spLocks noGrp="1"/>
          </p:cNvSpPr>
          <p:nvPr>
            <p:ph type="title" hasCustomPrompt="1"/>
          </p:nvPr>
        </p:nvSpPr>
        <p:spPr>
          <a:xfrm>
            <a:off x="1866900" y="2618190"/>
            <a:ext cx="4229100" cy="1621619"/>
          </a:xfrm>
        </p:spPr>
        <p:txBody>
          <a:bodyPr/>
          <a:lstStyle>
            <a:lvl1pPr>
              <a:defRPr sz="3600"/>
            </a:lvl1pPr>
          </a:lstStyle>
          <a:p>
            <a:r>
              <a:rPr lang="en-US" dirty="0"/>
              <a:t>CLICK TO EDIT MASTER TITLE STYLE</a:t>
            </a:r>
          </a:p>
        </p:txBody>
      </p:sp>
    </p:spTree>
    <p:extLst>
      <p:ext uri="{BB962C8B-B14F-4D97-AF65-F5344CB8AC3E}">
        <p14:creationId xmlns:p14="http://schemas.microsoft.com/office/powerpoint/2010/main" val="5966454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4885413" y="1"/>
            <a:ext cx="3113599" cy="2289976"/>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6" name="Picture Placeholder 4"/>
          <p:cNvSpPr>
            <a:spLocks noGrp="1"/>
          </p:cNvSpPr>
          <p:nvPr>
            <p:ph type="pic" sz="quarter" idx="12" hasCustomPrompt="1"/>
          </p:nvPr>
        </p:nvSpPr>
        <p:spPr>
          <a:xfrm>
            <a:off x="4473601" y="2289977"/>
            <a:ext cx="3113599" cy="2289976"/>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7" name="Picture Placeholder 4"/>
          <p:cNvSpPr>
            <a:spLocks noGrp="1"/>
          </p:cNvSpPr>
          <p:nvPr>
            <p:ph type="pic" sz="quarter" idx="13" hasCustomPrompt="1"/>
          </p:nvPr>
        </p:nvSpPr>
        <p:spPr>
          <a:xfrm>
            <a:off x="4885413" y="4573989"/>
            <a:ext cx="3113599" cy="2284011"/>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8" name="Title 4"/>
          <p:cNvSpPr>
            <a:spLocks noGrp="1"/>
          </p:cNvSpPr>
          <p:nvPr>
            <p:ph type="title" hasCustomPrompt="1"/>
          </p:nvPr>
        </p:nvSpPr>
        <p:spPr>
          <a:xfrm>
            <a:off x="1866900" y="2618190"/>
            <a:ext cx="4229100" cy="1621619"/>
          </a:xfrm>
        </p:spPr>
        <p:txBody>
          <a:bodyPr/>
          <a:lstStyle>
            <a:lvl1pPr>
              <a:defRPr sz="3600"/>
            </a:lvl1pPr>
          </a:lstStyle>
          <a:p>
            <a:r>
              <a:rPr lang="en-US" dirty="0"/>
              <a:t>CLICK TO EDIT MASTER TITLE STYLE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2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9056536" y="0"/>
            <a:ext cx="3135464"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6" name="Title 4"/>
          <p:cNvSpPr>
            <a:spLocks noGrp="1"/>
          </p:cNvSpPr>
          <p:nvPr>
            <p:ph type="title" hasCustomPrompt="1"/>
          </p:nvPr>
        </p:nvSpPr>
        <p:spPr>
          <a:xfrm>
            <a:off x="1866900" y="996124"/>
            <a:ext cx="4229100" cy="1621619"/>
          </a:xfrm>
        </p:spPr>
        <p:txBody>
          <a:bodyPr/>
          <a:lstStyle>
            <a:lvl1pPr>
              <a:defRPr sz="3600"/>
            </a:lvl1pPr>
          </a:lstStyle>
          <a:p>
            <a:r>
              <a:rPr lang="en-US" dirty="0"/>
              <a:t>CLICK TO EDIT MASTER TITLE STYLE</a:t>
            </a:r>
          </a:p>
        </p:txBody>
      </p:sp>
      <p:sp>
        <p:nvSpPr>
          <p:cNvPr id="7" name="Rectangle 6"/>
          <p:cNvSpPr/>
          <p:nvPr userDrawn="1"/>
        </p:nvSpPr>
        <p:spPr>
          <a:xfrm>
            <a:off x="0" y="0"/>
            <a:ext cx="990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 name="Номер слайда 21"/>
          <p:cNvSpPr txBox="1">
            <a:spLocks/>
          </p:cNvSpPr>
          <p:nvPr userDrawn="1"/>
        </p:nvSpPr>
        <p:spPr>
          <a:xfrm>
            <a:off x="235873" y="6418877"/>
            <a:ext cx="513735" cy="227164"/>
          </a:xfrm>
          <a:prstGeom prst="rect">
            <a:avLst/>
          </a:prstGeom>
          <a:noFill/>
        </p:spPr>
        <p:txBody>
          <a:bodyPr vert="horz" lIns="0" tIns="0" rIns="0" bIns="0" rtlCol="0" anchor="ctr"/>
          <a:lstStyle>
            <a:defPPr>
              <a:defRPr lang="en-US"/>
            </a:defPPr>
            <a:lvl1pPr marL="0" algn="ctr" defTabSz="914330" rtl="0" eaLnBrk="1" latinLnBrk="0" hangingPunct="1">
              <a:defRPr sz="1000" b="0" i="0" kern="1200">
                <a:solidFill>
                  <a:schemeClr val="tx1">
                    <a:alpha val="70000"/>
                  </a:schemeClr>
                </a:solidFill>
                <a:latin typeface="Montserrat Medium" charset="0"/>
                <a:ea typeface="Montserrat Medium" charset="0"/>
                <a:cs typeface="Montserrat Medium" charset="0"/>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a:lstStyle>
          <a:p>
            <a:fld id="{D8D877B3-D348-4611-9BDB-C5374591D951}" type="slidenum">
              <a:rPr lang="en-US" smtClean="0">
                <a:solidFill>
                  <a:schemeClr val="tx1">
                    <a:lumMod val="50000"/>
                    <a:lumOff val="50000"/>
                    <a:alpha val="70000"/>
                  </a:schemeClr>
                </a:solidFill>
              </a:rPr>
              <a:pPr/>
              <a:t>‹#›</a:t>
            </a:fld>
            <a:endParaRPr lang="en-US" dirty="0">
              <a:solidFill>
                <a:schemeClr val="tx1">
                  <a:lumMod val="50000"/>
                  <a:lumOff val="50000"/>
                  <a:alpha val="70000"/>
                </a:schemeClr>
              </a:solidFill>
            </a:endParaRPr>
          </a:p>
        </p:txBody>
      </p:sp>
      <p:cxnSp>
        <p:nvCxnSpPr>
          <p:cNvPr id="9" name="Straight Connector 8"/>
          <p:cNvCxnSpPr/>
          <p:nvPr userDrawn="1"/>
        </p:nvCxnSpPr>
        <p:spPr>
          <a:xfrm>
            <a:off x="468887" y="3262747"/>
            <a:ext cx="0" cy="34497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a:off x="516593" y="3262747"/>
            <a:ext cx="0" cy="344978"/>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74333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3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a:xfrm>
            <a:off x="3371337" y="6418877"/>
            <a:ext cx="513735" cy="227164"/>
          </a:xfrm>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0" y="0"/>
            <a:ext cx="3135464"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6" name="Title 4"/>
          <p:cNvSpPr>
            <a:spLocks noGrp="1"/>
          </p:cNvSpPr>
          <p:nvPr>
            <p:ph type="title" hasCustomPrompt="1"/>
          </p:nvPr>
        </p:nvSpPr>
        <p:spPr>
          <a:xfrm>
            <a:off x="5002364" y="996124"/>
            <a:ext cx="4229100" cy="1621619"/>
          </a:xfrm>
        </p:spPr>
        <p:txBody>
          <a:bodyPr/>
          <a:lstStyle>
            <a:lvl1pPr>
              <a:defRPr sz="3600"/>
            </a:lvl1pPr>
          </a:lstStyle>
          <a:p>
            <a:r>
              <a:rPr lang="en-US" dirty="0"/>
              <a:t>CLICK TO EDIT MASTER TITLE STYLE</a:t>
            </a:r>
          </a:p>
        </p:txBody>
      </p:sp>
      <p:sp>
        <p:nvSpPr>
          <p:cNvPr id="7" name="Rectangle 6"/>
          <p:cNvSpPr/>
          <p:nvPr userDrawn="1"/>
        </p:nvSpPr>
        <p:spPr>
          <a:xfrm>
            <a:off x="3135464" y="0"/>
            <a:ext cx="990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 name="Номер слайда 21"/>
          <p:cNvSpPr txBox="1">
            <a:spLocks/>
          </p:cNvSpPr>
          <p:nvPr userDrawn="1"/>
        </p:nvSpPr>
        <p:spPr>
          <a:xfrm>
            <a:off x="3371337" y="6418877"/>
            <a:ext cx="513735" cy="227164"/>
          </a:xfrm>
          <a:prstGeom prst="rect">
            <a:avLst/>
          </a:prstGeom>
          <a:noFill/>
        </p:spPr>
        <p:txBody>
          <a:bodyPr vert="horz" lIns="0" tIns="0" rIns="0" bIns="0" rtlCol="0" anchor="ctr"/>
          <a:lstStyle>
            <a:defPPr>
              <a:defRPr lang="en-US"/>
            </a:defPPr>
            <a:lvl1pPr marL="0" algn="ctr" defTabSz="914330" rtl="0" eaLnBrk="1" latinLnBrk="0" hangingPunct="1">
              <a:defRPr sz="1000" b="0" i="0" kern="1200">
                <a:solidFill>
                  <a:schemeClr val="tx1">
                    <a:alpha val="70000"/>
                  </a:schemeClr>
                </a:solidFill>
                <a:latin typeface="Montserrat Medium" charset="0"/>
                <a:ea typeface="Montserrat Medium" charset="0"/>
                <a:cs typeface="Montserrat Medium" charset="0"/>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a:lstStyle>
          <a:p>
            <a:fld id="{D8D877B3-D348-4611-9BDB-C5374591D951}" type="slidenum">
              <a:rPr lang="en-US" smtClean="0">
                <a:solidFill>
                  <a:schemeClr val="tx1">
                    <a:lumMod val="50000"/>
                    <a:lumOff val="50000"/>
                    <a:alpha val="70000"/>
                  </a:schemeClr>
                </a:solidFill>
              </a:rPr>
              <a:pPr/>
              <a:t>‹#›</a:t>
            </a:fld>
            <a:endParaRPr lang="en-US" dirty="0">
              <a:solidFill>
                <a:schemeClr val="tx1">
                  <a:lumMod val="50000"/>
                  <a:lumOff val="50000"/>
                  <a:alpha val="70000"/>
                </a:schemeClr>
              </a:solidFill>
            </a:endParaRPr>
          </a:p>
        </p:txBody>
      </p:sp>
      <p:cxnSp>
        <p:nvCxnSpPr>
          <p:cNvPr id="9" name="Straight Connector 8"/>
          <p:cNvCxnSpPr/>
          <p:nvPr userDrawn="1"/>
        </p:nvCxnSpPr>
        <p:spPr>
          <a:xfrm>
            <a:off x="3604351" y="3262747"/>
            <a:ext cx="0" cy="34497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a:off x="3652057" y="3262747"/>
            <a:ext cx="0" cy="344978"/>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Title 4"/>
          <p:cNvSpPr>
            <a:spLocks noGrp="1"/>
          </p:cNvSpPr>
          <p:nvPr>
            <p:ph type="title" hasCustomPrompt="1"/>
          </p:nvPr>
        </p:nvSpPr>
        <p:spPr>
          <a:xfrm>
            <a:off x="1866900" y="996124"/>
            <a:ext cx="4229100" cy="1621619"/>
          </a:xfrm>
        </p:spPr>
        <p:txBody>
          <a:bodyPr/>
          <a:lstStyle>
            <a:lvl1pPr>
              <a:defRPr sz="3600"/>
            </a:lvl1pPr>
          </a:lstStyle>
          <a:p>
            <a:r>
              <a:rPr lang="en-US" dirty="0"/>
              <a:t>CLICK TO EDIT MASTER TITLE STYLE</a:t>
            </a:r>
          </a:p>
        </p:txBody>
      </p:sp>
      <p:sp>
        <p:nvSpPr>
          <p:cNvPr id="6" name="Picture Placeholder 4"/>
          <p:cNvSpPr>
            <a:spLocks noGrp="1"/>
          </p:cNvSpPr>
          <p:nvPr>
            <p:ph type="pic" sz="quarter" idx="11" hasCustomPrompt="1"/>
          </p:nvPr>
        </p:nvSpPr>
        <p:spPr>
          <a:xfrm>
            <a:off x="6096001" y="1181099"/>
            <a:ext cx="5524500" cy="2839357"/>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7" name="Picture Placeholder 4"/>
          <p:cNvSpPr>
            <a:spLocks noGrp="1"/>
          </p:cNvSpPr>
          <p:nvPr>
            <p:ph type="pic" sz="quarter" idx="12" hasCustomPrompt="1"/>
          </p:nvPr>
        </p:nvSpPr>
        <p:spPr>
          <a:xfrm>
            <a:off x="3628571" y="4020456"/>
            <a:ext cx="3093359" cy="195943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Tree>
    <p:extLst>
      <p:ext uri="{BB962C8B-B14F-4D97-AF65-F5344CB8AC3E}">
        <p14:creationId xmlns:p14="http://schemas.microsoft.com/office/powerpoint/2010/main" val="16624827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Title 4"/>
          <p:cNvSpPr>
            <a:spLocks noGrp="1"/>
          </p:cNvSpPr>
          <p:nvPr>
            <p:ph type="title" hasCustomPrompt="1"/>
          </p:nvPr>
        </p:nvSpPr>
        <p:spPr>
          <a:xfrm>
            <a:off x="1866900" y="2500438"/>
            <a:ext cx="4229100" cy="1857123"/>
          </a:xfrm>
        </p:spPr>
        <p:txBody>
          <a:bodyPr/>
          <a:lstStyle/>
          <a:p>
            <a:r>
              <a:rPr lang="en-US" dirty="0"/>
              <a:t>CLICK TO EDIT MASTER TITLE STYLE</a:t>
            </a:r>
          </a:p>
        </p:txBody>
      </p:sp>
      <p:sp>
        <p:nvSpPr>
          <p:cNvPr id="6" name="Picture Placeholder 4"/>
          <p:cNvSpPr>
            <a:spLocks noGrp="1"/>
          </p:cNvSpPr>
          <p:nvPr>
            <p:ph type="pic" sz="quarter" idx="11" hasCustomPrompt="1"/>
          </p:nvPr>
        </p:nvSpPr>
        <p:spPr>
          <a:xfrm>
            <a:off x="10167256" y="0"/>
            <a:ext cx="2024743" cy="3106057"/>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7" name="Picture Placeholder 4"/>
          <p:cNvSpPr>
            <a:spLocks noGrp="1"/>
          </p:cNvSpPr>
          <p:nvPr>
            <p:ph type="pic" sz="quarter" idx="12" hasCustomPrompt="1"/>
          </p:nvPr>
        </p:nvSpPr>
        <p:spPr>
          <a:xfrm>
            <a:off x="8142512" y="0"/>
            <a:ext cx="2024743" cy="5696857"/>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8" name="Picture Placeholder 4"/>
          <p:cNvSpPr>
            <a:spLocks noGrp="1"/>
          </p:cNvSpPr>
          <p:nvPr>
            <p:ph type="pic" sz="quarter" idx="13" hasCustomPrompt="1"/>
          </p:nvPr>
        </p:nvSpPr>
        <p:spPr>
          <a:xfrm>
            <a:off x="6117769" y="0"/>
            <a:ext cx="2024743" cy="4963886"/>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Tree>
    <p:extLst>
      <p:ext uri="{BB962C8B-B14F-4D97-AF65-F5344CB8AC3E}">
        <p14:creationId xmlns:p14="http://schemas.microsoft.com/office/powerpoint/2010/main" val="12832589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3" hasCustomPrompt="1"/>
          </p:nvPr>
        </p:nvSpPr>
        <p:spPr>
          <a:xfrm>
            <a:off x="990600" y="1952170"/>
            <a:ext cx="2024743" cy="4905829"/>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6" name="Picture Placeholder 4"/>
          <p:cNvSpPr>
            <a:spLocks noGrp="1"/>
          </p:cNvSpPr>
          <p:nvPr>
            <p:ph type="pic" sz="quarter" idx="14" hasCustomPrompt="1"/>
          </p:nvPr>
        </p:nvSpPr>
        <p:spPr>
          <a:xfrm>
            <a:off x="3015343" y="1181101"/>
            <a:ext cx="2024743" cy="5676898"/>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7" name="Picture Placeholder 4"/>
          <p:cNvSpPr>
            <a:spLocks noGrp="1"/>
          </p:cNvSpPr>
          <p:nvPr>
            <p:ph type="pic" sz="quarter" idx="15" hasCustomPrompt="1"/>
          </p:nvPr>
        </p:nvSpPr>
        <p:spPr>
          <a:xfrm>
            <a:off x="5040086" y="2728687"/>
            <a:ext cx="2024743" cy="4129314"/>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8" name="Title 4"/>
          <p:cNvSpPr>
            <a:spLocks noGrp="1"/>
          </p:cNvSpPr>
          <p:nvPr>
            <p:ph type="title" hasCustomPrompt="1"/>
          </p:nvPr>
        </p:nvSpPr>
        <p:spPr>
          <a:xfrm>
            <a:off x="6096000" y="996124"/>
            <a:ext cx="4229100" cy="1621619"/>
          </a:xfrm>
        </p:spPr>
        <p:txBody>
          <a:bodyPr/>
          <a:lstStyle>
            <a:lvl1pPr>
              <a:defRPr sz="3600"/>
            </a:lvl1pPr>
          </a:lstStyle>
          <a:p>
            <a:r>
              <a:rPr lang="en-US" dirty="0"/>
              <a:t>CLICK TO EDIT MASTER TITLE STYLE</a:t>
            </a:r>
          </a:p>
        </p:txBody>
      </p:sp>
    </p:spTree>
    <p:extLst>
      <p:ext uri="{BB962C8B-B14F-4D97-AF65-F5344CB8AC3E}">
        <p14:creationId xmlns:p14="http://schemas.microsoft.com/office/powerpoint/2010/main" val="2941395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9056536" y="0"/>
            <a:ext cx="3135464"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6" name="Title 4"/>
          <p:cNvSpPr>
            <a:spLocks noGrp="1"/>
          </p:cNvSpPr>
          <p:nvPr>
            <p:ph type="title" hasCustomPrompt="1"/>
          </p:nvPr>
        </p:nvSpPr>
        <p:spPr>
          <a:xfrm>
            <a:off x="1866900" y="2618190"/>
            <a:ext cx="4229100" cy="1621619"/>
          </a:xfrm>
        </p:spPr>
        <p:txBody>
          <a:bodyPr/>
          <a:lstStyle>
            <a:lvl1pPr>
              <a:defRPr sz="3600"/>
            </a:lvl1pPr>
          </a:lstStyle>
          <a:p>
            <a:r>
              <a:rPr lang="en-US" dirty="0"/>
              <a:t>CLICK TO EDIT MASTER TITLE STYLE</a:t>
            </a:r>
          </a:p>
        </p:txBody>
      </p:sp>
    </p:spTree>
    <p:extLst>
      <p:ext uri="{BB962C8B-B14F-4D97-AF65-F5344CB8AC3E}">
        <p14:creationId xmlns:p14="http://schemas.microsoft.com/office/powerpoint/2010/main" val="18867751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0" y="0"/>
            <a:ext cx="6096000"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6" name="Title 4"/>
          <p:cNvSpPr>
            <a:spLocks noGrp="1"/>
          </p:cNvSpPr>
          <p:nvPr>
            <p:ph type="title" hasCustomPrompt="1"/>
          </p:nvPr>
        </p:nvSpPr>
        <p:spPr>
          <a:xfrm>
            <a:off x="5206448" y="990269"/>
            <a:ext cx="6414052" cy="2438731"/>
          </a:xfrm>
        </p:spPr>
        <p:txBody>
          <a:bodyPr/>
          <a:lstStyle>
            <a:lvl1pPr>
              <a:defRPr sz="5400"/>
            </a:lvl1pPr>
          </a:lstStyle>
          <a:p>
            <a:r>
              <a:rPr lang="en-US" dirty="0"/>
              <a:t>CLICK TO EDIT MASTER TITLE STYLE</a:t>
            </a:r>
          </a:p>
        </p:txBody>
      </p:sp>
    </p:spTree>
    <p:extLst>
      <p:ext uri="{BB962C8B-B14F-4D97-AF65-F5344CB8AC3E}">
        <p14:creationId xmlns:p14="http://schemas.microsoft.com/office/powerpoint/2010/main" val="14686013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4579951" y="0"/>
            <a:ext cx="7612049"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6" name="Title 4"/>
          <p:cNvSpPr>
            <a:spLocks noGrp="1"/>
          </p:cNvSpPr>
          <p:nvPr>
            <p:ph type="title" hasCustomPrompt="1"/>
          </p:nvPr>
        </p:nvSpPr>
        <p:spPr>
          <a:xfrm>
            <a:off x="1866900" y="990269"/>
            <a:ext cx="6414052" cy="2438731"/>
          </a:xfrm>
        </p:spPr>
        <p:txBody>
          <a:bodyPr/>
          <a:lstStyle>
            <a:lvl1pPr>
              <a:defRPr sz="5400"/>
            </a:lvl1pPr>
          </a:lstStyle>
          <a:p>
            <a:r>
              <a:rPr lang="en-US" dirty="0"/>
              <a:t>CLICK TO EDIT MASTER TITLE STYLE</a:t>
            </a:r>
          </a:p>
        </p:txBody>
      </p:sp>
    </p:spTree>
    <p:extLst>
      <p:ext uri="{BB962C8B-B14F-4D97-AF65-F5344CB8AC3E}">
        <p14:creationId xmlns:p14="http://schemas.microsoft.com/office/powerpoint/2010/main" val="16312352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1866900" y="0"/>
            <a:ext cx="10325101" cy="3429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7" name="Title 4"/>
          <p:cNvSpPr>
            <a:spLocks noGrp="1"/>
          </p:cNvSpPr>
          <p:nvPr>
            <p:ph type="title" hasCustomPrompt="1"/>
          </p:nvPr>
        </p:nvSpPr>
        <p:spPr>
          <a:xfrm>
            <a:off x="1866900" y="3715470"/>
            <a:ext cx="4229100" cy="1621619"/>
          </a:xfrm>
        </p:spPr>
        <p:txBody>
          <a:bodyPr/>
          <a:lstStyle>
            <a:lvl1pPr>
              <a:defRPr sz="3600"/>
            </a:lvl1pPr>
          </a:lstStyle>
          <a:p>
            <a:r>
              <a:rPr lang="en-US" dirty="0"/>
              <a:t>CLICK TO EDIT MASTER TITLE STYLE</a:t>
            </a:r>
          </a:p>
        </p:txBody>
      </p:sp>
    </p:spTree>
    <p:extLst>
      <p:ext uri="{BB962C8B-B14F-4D97-AF65-F5344CB8AC3E}">
        <p14:creationId xmlns:p14="http://schemas.microsoft.com/office/powerpoint/2010/main" val="12718061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1866900" y="3429000"/>
            <a:ext cx="10325101" cy="3429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7" name="Title 4"/>
          <p:cNvSpPr>
            <a:spLocks noGrp="1"/>
          </p:cNvSpPr>
          <p:nvPr>
            <p:ph type="title" hasCustomPrompt="1"/>
          </p:nvPr>
        </p:nvSpPr>
        <p:spPr>
          <a:xfrm>
            <a:off x="1866900" y="996124"/>
            <a:ext cx="4229100" cy="1621619"/>
          </a:xfrm>
        </p:spPr>
        <p:txBody>
          <a:bodyPr/>
          <a:lstStyle>
            <a:lvl1pPr>
              <a:defRPr sz="3600"/>
            </a:lvl1pPr>
          </a:lstStyle>
          <a:p>
            <a:r>
              <a:rPr lang="en-US" dirty="0"/>
              <a:t>CLICK TO EDIT MASTER TITLE STYLE</a:t>
            </a:r>
          </a:p>
        </p:txBody>
      </p:sp>
    </p:spTree>
    <p:extLst>
      <p:ext uri="{BB962C8B-B14F-4D97-AF65-F5344CB8AC3E}">
        <p14:creationId xmlns:p14="http://schemas.microsoft.com/office/powerpoint/2010/main" val="20066609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9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1866901" y="3429000"/>
            <a:ext cx="4229100" cy="2521857"/>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6" name="Picture Placeholder 4"/>
          <p:cNvSpPr>
            <a:spLocks noGrp="1"/>
          </p:cNvSpPr>
          <p:nvPr>
            <p:ph type="pic" sz="quarter" idx="12" hasCustomPrompt="1"/>
          </p:nvPr>
        </p:nvSpPr>
        <p:spPr>
          <a:xfrm>
            <a:off x="6489701" y="3429000"/>
            <a:ext cx="4229100" cy="2521857"/>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4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2" hasCustomPrompt="1"/>
          </p:nvPr>
        </p:nvSpPr>
        <p:spPr>
          <a:xfrm>
            <a:off x="1866900" y="2569027"/>
            <a:ext cx="3423557" cy="2198915"/>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8" name="Picture Placeholder 4"/>
          <p:cNvSpPr>
            <a:spLocks noGrp="1"/>
          </p:cNvSpPr>
          <p:nvPr>
            <p:ph type="pic" sz="quarter" idx="13" hasCustomPrompt="1"/>
          </p:nvPr>
        </p:nvSpPr>
        <p:spPr>
          <a:xfrm>
            <a:off x="5317671" y="2569027"/>
            <a:ext cx="3423557" cy="2198915"/>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9" name="Picture Placeholder 4"/>
          <p:cNvSpPr>
            <a:spLocks noGrp="1"/>
          </p:cNvSpPr>
          <p:nvPr>
            <p:ph type="pic" sz="quarter" idx="14" hasCustomPrompt="1"/>
          </p:nvPr>
        </p:nvSpPr>
        <p:spPr>
          <a:xfrm>
            <a:off x="8768443" y="2569027"/>
            <a:ext cx="3423557" cy="2198915"/>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0" name="Title 4"/>
          <p:cNvSpPr>
            <a:spLocks noGrp="1"/>
          </p:cNvSpPr>
          <p:nvPr>
            <p:ph type="title" hasCustomPrompt="1"/>
          </p:nvPr>
        </p:nvSpPr>
        <p:spPr>
          <a:xfrm>
            <a:off x="1866900" y="996124"/>
            <a:ext cx="4229100" cy="1621619"/>
          </a:xfrm>
        </p:spPr>
        <p:txBody>
          <a:bodyPr/>
          <a:lstStyle>
            <a:lvl1pPr>
              <a:defRPr sz="3600"/>
            </a:lvl1pPr>
          </a:lstStyle>
          <a:p>
            <a:r>
              <a:rPr lang="en-US" dirty="0"/>
              <a:t>CLICK TO EDIT MASTER TITLE STYLE</a:t>
            </a:r>
          </a:p>
        </p:txBody>
      </p:sp>
    </p:spTree>
    <p:extLst>
      <p:ext uri="{BB962C8B-B14F-4D97-AF65-F5344CB8AC3E}">
        <p14:creationId xmlns:p14="http://schemas.microsoft.com/office/powerpoint/2010/main" val="6119794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0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2" hasCustomPrompt="1"/>
          </p:nvPr>
        </p:nvSpPr>
        <p:spPr>
          <a:xfrm>
            <a:off x="1866901" y="3004456"/>
            <a:ext cx="2385785" cy="312783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0" name="Title 4"/>
          <p:cNvSpPr>
            <a:spLocks noGrp="1"/>
          </p:cNvSpPr>
          <p:nvPr>
            <p:ph type="title" hasCustomPrompt="1"/>
          </p:nvPr>
        </p:nvSpPr>
        <p:spPr>
          <a:xfrm>
            <a:off x="1866900" y="996124"/>
            <a:ext cx="4229100" cy="1621619"/>
          </a:xfrm>
        </p:spPr>
        <p:txBody>
          <a:bodyPr/>
          <a:lstStyle>
            <a:lvl1pPr>
              <a:defRPr sz="3600"/>
            </a:lvl1pPr>
          </a:lstStyle>
          <a:p>
            <a:r>
              <a:rPr lang="en-US" dirty="0"/>
              <a:t>CLICK TO EDIT MASTER TITLE STYLE</a:t>
            </a:r>
          </a:p>
        </p:txBody>
      </p:sp>
      <p:sp>
        <p:nvSpPr>
          <p:cNvPr id="13" name="Picture Placeholder 4"/>
          <p:cNvSpPr>
            <a:spLocks noGrp="1"/>
          </p:cNvSpPr>
          <p:nvPr>
            <p:ph type="pic" sz="quarter" idx="13" hasCustomPrompt="1"/>
          </p:nvPr>
        </p:nvSpPr>
        <p:spPr>
          <a:xfrm>
            <a:off x="4322839" y="3004456"/>
            <a:ext cx="2385785" cy="312783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4" name="Picture Placeholder 4"/>
          <p:cNvSpPr>
            <a:spLocks noGrp="1"/>
          </p:cNvSpPr>
          <p:nvPr>
            <p:ph type="pic" sz="quarter" idx="14" hasCustomPrompt="1"/>
          </p:nvPr>
        </p:nvSpPr>
        <p:spPr>
          <a:xfrm>
            <a:off x="6778777" y="3004456"/>
            <a:ext cx="2385785" cy="312783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5" name="Picture Placeholder 4"/>
          <p:cNvSpPr>
            <a:spLocks noGrp="1"/>
          </p:cNvSpPr>
          <p:nvPr>
            <p:ph type="pic" sz="quarter" idx="15" hasCustomPrompt="1"/>
          </p:nvPr>
        </p:nvSpPr>
        <p:spPr>
          <a:xfrm>
            <a:off x="9234715" y="3004456"/>
            <a:ext cx="2385785" cy="312783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5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Title 4"/>
          <p:cNvSpPr>
            <a:spLocks noGrp="1"/>
          </p:cNvSpPr>
          <p:nvPr>
            <p:ph type="title" hasCustomPrompt="1"/>
          </p:nvPr>
        </p:nvSpPr>
        <p:spPr>
          <a:xfrm>
            <a:off x="1866900" y="2500438"/>
            <a:ext cx="4229100" cy="1857123"/>
          </a:xfrm>
        </p:spPr>
        <p:txBody>
          <a:bodyPr/>
          <a:lstStyle/>
          <a:p>
            <a:r>
              <a:rPr lang="en-US" dirty="0"/>
              <a:t>CLICK TO EDIT MASTER TITLE STYLE</a:t>
            </a:r>
          </a:p>
        </p:txBody>
      </p:sp>
      <p:sp>
        <p:nvSpPr>
          <p:cNvPr id="6" name="Picture Placeholder 4"/>
          <p:cNvSpPr>
            <a:spLocks noGrp="1"/>
          </p:cNvSpPr>
          <p:nvPr>
            <p:ph type="pic" sz="quarter" idx="12" hasCustomPrompt="1"/>
          </p:nvPr>
        </p:nvSpPr>
        <p:spPr>
          <a:xfrm>
            <a:off x="7649028" y="2318656"/>
            <a:ext cx="2220685" cy="2220685"/>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7" name="Picture Placeholder 4"/>
          <p:cNvSpPr>
            <a:spLocks noGrp="1"/>
          </p:cNvSpPr>
          <p:nvPr>
            <p:ph type="pic" sz="quarter" idx="13" hasCustomPrompt="1"/>
          </p:nvPr>
        </p:nvSpPr>
        <p:spPr>
          <a:xfrm>
            <a:off x="9971315" y="2318657"/>
            <a:ext cx="2220685" cy="2220685"/>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8" name="Picture Placeholder 4"/>
          <p:cNvSpPr>
            <a:spLocks noGrp="1"/>
          </p:cNvSpPr>
          <p:nvPr>
            <p:ph type="pic" sz="quarter" idx="14" hasCustomPrompt="1"/>
          </p:nvPr>
        </p:nvSpPr>
        <p:spPr>
          <a:xfrm>
            <a:off x="9971315" y="0"/>
            <a:ext cx="2220685" cy="2220685"/>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9" name="Picture Placeholder 4"/>
          <p:cNvSpPr>
            <a:spLocks noGrp="1"/>
          </p:cNvSpPr>
          <p:nvPr>
            <p:ph type="pic" sz="quarter" idx="15" hasCustomPrompt="1"/>
          </p:nvPr>
        </p:nvSpPr>
        <p:spPr>
          <a:xfrm>
            <a:off x="9971314" y="4637315"/>
            <a:ext cx="2220685" cy="2220685"/>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0" name="Picture Placeholder 4"/>
          <p:cNvSpPr>
            <a:spLocks noGrp="1"/>
          </p:cNvSpPr>
          <p:nvPr>
            <p:ph type="pic" sz="quarter" idx="16" hasCustomPrompt="1"/>
          </p:nvPr>
        </p:nvSpPr>
        <p:spPr>
          <a:xfrm>
            <a:off x="7649028" y="4637315"/>
            <a:ext cx="2220685" cy="2220685"/>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1" name="Picture Placeholder 4"/>
          <p:cNvSpPr>
            <a:spLocks noGrp="1"/>
          </p:cNvSpPr>
          <p:nvPr>
            <p:ph type="pic" sz="quarter" idx="17" hasCustomPrompt="1"/>
          </p:nvPr>
        </p:nvSpPr>
        <p:spPr>
          <a:xfrm>
            <a:off x="5326741" y="2318657"/>
            <a:ext cx="2220685" cy="2220685"/>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Tree>
    <p:extLst>
      <p:ext uri="{BB962C8B-B14F-4D97-AF65-F5344CB8AC3E}">
        <p14:creationId xmlns:p14="http://schemas.microsoft.com/office/powerpoint/2010/main" val="20032923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6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7" hasCustomPrompt="1"/>
          </p:nvPr>
        </p:nvSpPr>
        <p:spPr>
          <a:xfrm>
            <a:off x="1866901" y="1181101"/>
            <a:ext cx="2019300" cy="20193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6" name="Picture Placeholder 4"/>
          <p:cNvSpPr>
            <a:spLocks noGrp="1"/>
          </p:cNvSpPr>
          <p:nvPr>
            <p:ph type="pic" sz="quarter" idx="18" hasCustomPrompt="1"/>
          </p:nvPr>
        </p:nvSpPr>
        <p:spPr>
          <a:xfrm>
            <a:off x="3943351" y="1181101"/>
            <a:ext cx="2019300" cy="20193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7" name="Picture Placeholder 4"/>
          <p:cNvSpPr>
            <a:spLocks noGrp="1"/>
          </p:cNvSpPr>
          <p:nvPr>
            <p:ph type="pic" sz="quarter" idx="19" hasCustomPrompt="1"/>
          </p:nvPr>
        </p:nvSpPr>
        <p:spPr>
          <a:xfrm>
            <a:off x="6019801" y="1181101"/>
            <a:ext cx="2019300" cy="20193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8" name="Picture Placeholder 4"/>
          <p:cNvSpPr>
            <a:spLocks noGrp="1"/>
          </p:cNvSpPr>
          <p:nvPr>
            <p:ph type="pic" sz="quarter" idx="20" hasCustomPrompt="1"/>
          </p:nvPr>
        </p:nvSpPr>
        <p:spPr>
          <a:xfrm>
            <a:off x="8096251" y="1181101"/>
            <a:ext cx="2019300" cy="20193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9" name="Picture Placeholder 4"/>
          <p:cNvSpPr>
            <a:spLocks noGrp="1"/>
          </p:cNvSpPr>
          <p:nvPr>
            <p:ph type="pic" sz="quarter" idx="21" hasCustomPrompt="1"/>
          </p:nvPr>
        </p:nvSpPr>
        <p:spPr>
          <a:xfrm>
            <a:off x="10172700" y="1181101"/>
            <a:ext cx="2019300" cy="20193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0" name="Title 4"/>
          <p:cNvSpPr>
            <a:spLocks noGrp="1"/>
          </p:cNvSpPr>
          <p:nvPr>
            <p:ph type="title" hasCustomPrompt="1"/>
          </p:nvPr>
        </p:nvSpPr>
        <p:spPr>
          <a:xfrm>
            <a:off x="1866900" y="4653724"/>
            <a:ext cx="4229100" cy="1621619"/>
          </a:xfrm>
        </p:spPr>
        <p:txBody>
          <a:bodyPr/>
          <a:lstStyle>
            <a:lvl1pPr>
              <a:defRPr sz="3600"/>
            </a:lvl1pPr>
          </a:lstStyle>
          <a:p>
            <a:r>
              <a:rPr lang="en-US" dirty="0"/>
              <a:t>CLICK TO EDIT MASTER TITLE STYLE</a:t>
            </a:r>
          </a:p>
        </p:txBody>
      </p:sp>
    </p:spTree>
    <p:extLst>
      <p:ext uri="{BB962C8B-B14F-4D97-AF65-F5344CB8AC3E}">
        <p14:creationId xmlns:p14="http://schemas.microsoft.com/office/powerpoint/2010/main" val="2610886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8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7" hasCustomPrompt="1"/>
          </p:nvPr>
        </p:nvSpPr>
        <p:spPr>
          <a:xfrm>
            <a:off x="1866901" y="2621644"/>
            <a:ext cx="2139042" cy="2139042"/>
          </a:xfrm>
          <a:prstGeom prst="ellipse">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6" name="Picture Placeholder 4"/>
          <p:cNvSpPr>
            <a:spLocks noGrp="1"/>
          </p:cNvSpPr>
          <p:nvPr>
            <p:ph type="pic" sz="quarter" idx="18" hasCustomPrompt="1"/>
          </p:nvPr>
        </p:nvSpPr>
        <p:spPr>
          <a:xfrm>
            <a:off x="4890408" y="2621644"/>
            <a:ext cx="2139042" cy="2139042"/>
          </a:xfrm>
          <a:prstGeom prst="ellipse">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7" name="Picture Placeholder 4"/>
          <p:cNvSpPr>
            <a:spLocks noGrp="1"/>
          </p:cNvSpPr>
          <p:nvPr>
            <p:ph type="pic" sz="quarter" idx="19" hasCustomPrompt="1"/>
          </p:nvPr>
        </p:nvSpPr>
        <p:spPr>
          <a:xfrm>
            <a:off x="7913915" y="2621644"/>
            <a:ext cx="2139042" cy="2139042"/>
          </a:xfrm>
          <a:prstGeom prst="ellipse">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8" name="Title 4"/>
          <p:cNvSpPr>
            <a:spLocks noGrp="1"/>
          </p:cNvSpPr>
          <p:nvPr>
            <p:ph type="title" hasCustomPrompt="1"/>
          </p:nvPr>
        </p:nvSpPr>
        <p:spPr>
          <a:xfrm>
            <a:off x="1866900" y="1000025"/>
            <a:ext cx="4229100" cy="1621619"/>
          </a:xfrm>
        </p:spPr>
        <p:txBody>
          <a:bodyPr/>
          <a:lstStyle>
            <a:lvl1pPr>
              <a:defRPr sz="3600"/>
            </a:lvl1pPr>
          </a:lstStyle>
          <a:p>
            <a:r>
              <a:rPr lang="en-US" dirty="0"/>
              <a:t>CLICK TO EDIT MASTER TITLE STYLE</a:t>
            </a:r>
          </a:p>
        </p:txBody>
      </p:sp>
    </p:spTree>
    <p:extLst>
      <p:ext uri="{BB962C8B-B14F-4D97-AF65-F5344CB8AC3E}">
        <p14:creationId xmlns:p14="http://schemas.microsoft.com/office/powerpoint/2010/main" val="14764336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29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4" name="Picture Placeholder 4"/>
          <p:cNvSpPr>
            <a:spLocks noGrp="1"/>
          </p:cNvSpPr>
          <p:nvPr>
            <p:ph type="pic" sz="quarter" idx="13" hasCustomPrompt="1"/>
          </p:nvPr>
        </p:nvSpPr>
        <p:spPr>
          <a:xfrm>
            <a:off x="0" y="1"/>
            <a:ext cx="3011714" cy="6857999"/>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6" name="Picture Placeholder 4"/>
          <p:cNvSpPr>
            <a:spLocks noGrp="1"/>
          </p:cNvSpPr>
          <p:nvPr>
            <p:ph type="pic" sz="quarter" idx="14" hasCustomPrompt="1"/>
          </p:nvPr>
        </p:nvSpPr>
        <p:spPr>
          <a:xfrm>
            <a:off x="3060095" y="1"/>
            <a:ext cx="3011714" cy="6857999"/>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7" name="Picture Placeholder 4"/>
          <p:cNvSpPr>
            <a:spLocks noGrp="1"/>
          </p:cNvSpPr>
          <p:nvPr>
            <p:ph type="pic" sz="quarter" idx="15" hasCustomPrompt="1"/>
          </p:nvPr>
        </p:nvSpPr>
        <p:spPr>
          <a:xfrm>
            <a:off x="6120190" y="1"/>
            <a:ext cx="3011714" cy="6857999"/>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8" name="Picture Placeholder 4"/>
          <p:cNvSpPr>
            <a:spLocks noGrp="1"/>
          </p:cNvSpPr>
          <p:nvPr>
            <p:ph type="pic" sz="quarter" idx="16" hasCustomPrompt="1"/>
          </p:nvPr>
        </p:nvSpPr>
        <p:spPr>
          <a:xfrm>
            <a:off x="9180286" y="1"/>
            <a:ext cx="3011714" cy="6857999"/>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Tree>
    <p:extLst>
      <p:ext uri="{BB962C8B-B14F-4D97-AF65-F5344CB8AC3E}">
        <p14:creationId xmlns:p14="http://schemas.microsoft.com/office/powerpoint/2010/main" val="3924796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0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990600" y="1181100"/>
            <a:ext cx="7326086" cy="56769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Tree>
    <p:extLst>
      <p:ext uri="{BB962C8B-B14F-4D97-AF65-F5344CB8AC3E}">
        <p14:creationId xmlns:p14="http://schemas.microsoft.com/office/powerpoint/2010/main" val="31670743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1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0" y="0"/>
            <a:ext cx="4361543"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6" name="Rectangle 5"/>
          <p:cNvSpPr/>
          <p:nvPr userDrawn="1"/>
        </p:nvSpPr>
        <p:spPr>
          <a:xfrm>
            <a:off x="4361543" y="-1"/>
            <a:ext cx="2227943" cy="686525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4"/>
          <p:cNvSpPr>
            <a:spLocks noGrp="1"/>
          </p:cNvSpPr>
          <p:nvPr>
            <p:ph type="title" hasCustomPrompt="1"/>
          </p:nvPr>
        </p:nvSpPr>
        <p:spPr>
          <a:xfrm>
            <a:off x="7391400" y="1000025"/>
            <a:ext cx="4229100" cy="1621619"/>
          </a:xfrm>
        </p:spPr>
        <p:txBody>
          <a:bodyPr/>
          <a:lstStyle>
            <a:lvl1pPr>
              <a:defRPr sz="3600"/>
            </a:lvl1pPr>
          </a:lstStyle>
          <a:p>
            <a:r>
              <a:rPr lang="en-US" dirty="0"/>
              <a:t>CLICK TO EDIT MASTER TITLE STYLE</a:t>
            </a:r>
          </a:p>
        </p:txBody>
      </p:sp>
    </p:spTree>
    <p:extLst>
      <p:ext uri="{BB962C8B-B14F-4D97-AF65-F5344CB8AC3E}">
        <p14:creationId xmlns:p14="http://schemas.microsoft.com/office/powerpoint/2010/main" val="138317617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2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990600" y="0"/>
            <a:ext cx="5105400"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6" name="Title 4"/>
          <p:cNvSpPr>
            <a:spLocks noGrp="1"/>
          </p:cNvSpPr>
          <p:nvPr>
            <p:ph type="title" hasCustomPrompt="1"/>
          </p:nvPr>
        </p:nvSpPr>
        <p:spPr>
          <a:xfrm>
            <a:off x="6531429" y="1000025"/>
            <a:ext cx="5089071" cy="1621619"/>
          </a:xfrm>
        </p:spPr>
        <p:txBody>
          <a:bodyPr/>
          <a:lstStyle>
            <a:lvl1pPr>
              <a:defRPr sz="3600"/>
            </a:lvl1pPr>
          </a:lstStyle>
          <a:p>
            <a:r>
              <a:rPr lang="en-US" dirty="0"/>
              <a:t>CLICK TO EDIT MASTER TITLE STYLE</a:t>
            </a:r>
          </a:p>
        </p:txBody>
      </p:sp>
    </p:spTree>
    <p:extLst>
      <p:ext uri="{BB962C8B-B14F-4D97-AF65-F5344CB8AC3E}">
        <p14:creationId xmlns:p14="http://schemas.microsoft.com/office/powerpoint/2010/main" val="112398738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3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990600" y="0"/>
            <a:ext cx="3080468"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3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4" name="Picture Placeholder 4"/>
          <p:cNvSpPr>
            <a:spLocks noGrp="1"/>
          </p:cNvSpPr>
          <p:nvPr>
            <p:ph type="pic" sz="quarter" idx="11" hasCustomPrompt="1"/>
          </p:nvPr>
        </p:nvSpPr>
        <p:spPr>
          <a:xfrm>
            <a:off x="7086600" y="0"/>
            <a:ext cx="5105400"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5" name="Title 4"/>
          <p:cNvSpPr>
            <a:spLocks noGrp="1"/>
          </p:cNvSpPr>
          <p:nvPr>
            <p:ph type="title" hasCustomPrompt="1"/>
          </p:nvPr>
        </p:nvSpPr>
        <p:spPr>
          <a:xfrm>
            <a:off x="1866900" y="1000025"/>
            <a:ext cx="4229100" cy="1621619"/>
          </a:xfrm>
        </p:spPr>
        <p:txBody>
          <a:bodyPr/>
          <a:lstStyle>
            <a:lvl1pPr>
              <a:defRPr sz="3600"/>
            </a:lvl1pPr>
          </a:lstStyle>
          <a:p>
            <a:r>
              <a:rPr lang="en-US" dirty="0"/>
              <a:t>CLICK TO EDIT MASTER TITLE STYLE</a:t>
            </a:r>
          </a:p>
        </p:txBody>
      </p:sp>
    </p:spTree>
    <p:extLst>
      <p:ext uri="{BB962C8B-B14F-4D97-AF65-F5344CB8AC3E}">
        <p14:creationId xmlns:p14="http://schemas.microsoft.com/office/powerpoint/2010/main" val="171281852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6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4" name="Picture Placeholder 4"/>
          <p:cNvSpPr>
            <a:spLocks noGrp="1"/>
          </p:cNvSpPr>
          <p:nvPr>
            <p:ph type="pic" sz="quarter" idx="11" hasCustomPrompt="1"/>
          </p:nvPr>
        </p:nvSpPr>
        <p:spPr>
          <a:xfrm>
            <a:off x="7086600" y="0"/>
            <a:ext cx="5105400"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6" name="Title 4"/>
          <p:cNvSpPr>
            <a:spLocks noGrp="1"/>
          </p:cNvSpPr>
          <p:nvPr>
            <p:ph type="title" hasCustomPrompt="1"/>
          </p:nvPr>
        </p:nvSpPr>
        <p:spPr>
          <a:xfrm>
            <a:off x="1866900" y="2618190"/>
            <a:ext cx="4229100" cy="1621619"/>
          </a:xfrm>
        </p:spPr>
        <p:txBody>
          <a:bodyPr/>
          <a:lstStyle>
            <a:lvl1pPr>
              <a:defRPr sz="3600"/>
            </a:lvl1pPr>
          </a:lstStyle>
          <a:p>
            <a:r>
              <a:rPr lang="en-US" dirty="0"/>
              <a:t>CLICK TO EDIT MASTER TITLE STYLE</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4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6" name="Picture Placeholder 4"/>
          <p:cNvSpPr>
            <a:spLocks noGrp="1"/>
          </p:cNvSpPr>
          <p:nvPr>
            <p:ph type="pic" sz="quarter" idx="11" hasCustomPrompt="1"/>
          </p:nvPr>
        </p:nvSpPr>
        <p:spPr>
          <a:xfrm>
            <a:off x="3699328" y="1181100"/>
            <a:ext cx="4793343" cy="56769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5" name="Title 4"/>
          <p:cNvSpPr>
            <a:spLocks noGrp="1"/>
          </p:cNvSpPr>
          <p:nvPr>
            <p:ph type="title" hasCustomPrompt="1"/>
          </p:nvPr>
        </p:nvSpPr>
        <p:spPr>
          <a:xfrm>
            <a:off x="1866900" y="1767466"/>
            <a:ext cx="4229100" cy="1857123"/>
          </a:xfrm>
        </p:spPr>
        <p:txBody>
          <a:bodyPr/>
          <a:lstStyle/>
          <a:p>
            <a:r>
              <a:rPr lang="en-US" dirty="0"/>
              <a:t>CLICK TO EDIT MASTER TITLE STYLE</a:t>
            </a:r>
          </a:p>
        </p:txBody>
      </p:sp>
      <p:sp>
        <p:nvSpPr>
          <p:cNvPr id="8" name="Picture Placeholder 4"/>
          <p:cNvSpPr>
            <a:spLocks noGrp="1"/>
          </p:cNvSpPr>
          <p:nvPr>
            <p:ph type="pic" sz="quarter" idx="13" hasCustomPrompt="1"/>
          </p:nvPr>
        </p:nvSpPr>
        <p:spPr>
          <a:xfrm>
            <a:off x="9927771" y="1848660"/>
            <a:ext cx="2264228" cy="2433054"/>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9" name="Picture Placeholder 4"/>
          <p:cNvSpPr>
            <a:spLocks noGrp="1"/>
          </p:cNvSpPr>
          <p:nvPr>
            <p:ph type="pic" sz="quarter" idx="14" hasCustomPrompt="1"/>
          </p:nvPr>
        </p:nvSpPr>
        <p:spPr>
          <a:xfrm>
            <a:off x="7531100" y="1848660"/>
            <a:ext cx="2264228" cy="2433054"/>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Tree>
    <p:extLst>
      <p:ext uri="{BB962C8B-B14F-4D97-AF65-F5344CB8AC3E}">
        <p14:creationId xmlns:p14="http://schemas.microsoft.com/office/powerpoint/2010/main" val="143281276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7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7" hasCustomPrompt="1"/>
          </p:nvPr>
        </p:nvSpPr>
        <p:spPr>
          <a:xfrm>
            <a:off x="1866901" y="1181100"/>
            <a:ext cx="1406070" cy="1406070"/>
          </a:xfrm>
          <a:prstGeom prst="ellipse">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6" name="Oval 5"/>
          <p:cNvSpPr/>
          <p:nvPr userDrawn="1"/>
        </p:nvSpPr>
        <p:spPr>
          <a:xfrm>
            <a:off x="1448707" y="762906"/>
            <a:ext cx="2242457" cy="2242457"/>
          </a:xfrm>
          <a:prstGeom prst="ellipse">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354718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8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Title 4"/>
          <p:cNvSpPr>
            <a:spLocks noGrp="1"/>
          </p:cNvSpPr>
          <p:nvPr>
            <p:ph type="title" hasCustomPrompt="1"/>
          </p:nvPr>
        </p:nvSpPr>
        <p:spPr>
          <a:xfrm>
            <a:off x="1866900" y="1000025"/>
            <a:ext cx="4229100" cy="1621619"/>
          </a:xfrm>
        </p:spPr>
        <p:txBody>
          <a:bodyPr/>
          <a:lstStyle>
            <a:lvl1pPr>
              <a:defRPr sz="3600"/>
            </a:lvl1pPr>
          </a:lstStyle>
          <a:p>
            <a:r>
              <a:rPr lang="en-US" dirty="0"/>
              <a:t>CLICK TO EDIT MASTER TITLE STYLE</a:t>
            </a:r>
          </a:p>
        </p:txBody>
      </p:sp>
      <p:sp>
        <p:nvSpPr>
          <p:cNvPr id="6" name="Picture Placeholder 4"/>
          <p:cNvSpPr>
            <a:spLocks noGrp="1"/>
          </p:cNvSpPr>
          <p:nvPr>
            <p:ph type="pic" sz="quarter" idx="11" hasCustomPrompt="1"/>
          </p:nvPr>
        </p:nvSpPr>
        <p:spPr>
          <a:xfrm>
            <a:off x="0" y="2358570"/>
            <a:ext cx="12192000" cy="4499429"/>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Tree>
    <p:extLst>
      <p:ext uri="{BB962C8B-B14F-4D97-AF65-F5344CB8AC3E}">
        <p14:creationId xmlns:p14="http://schemas.microsoft.com/office/powerpoint/2010/main" val="206035050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1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Title 4"/>
          <p:cNvSpPr>
            <a:spLocks noGrp="1"/>
          </p:cNvSpPr>
          <p:nvPr>
            <p:ph type="title" hasCustomPrompt="1"/>
          </p:nvPr>
        </p:nvSpPr>
        <p:spPr>
          <a:xfrm>
            <a:off x="1866900" y="1000025"/>
            <a:ext cx="4229100" cy="1621619"/>
          </a:xfrm>
        </p:spPr>
        <p:txBody>
          <a:bodyPr/>
          <a:lstStyle>
            <a:lvl1pPr>
              <a:defRPr sz="3600"/>
            </a:lvl1pPr>
          </a:lstStyle>
          <a:p>
            <a:r>
              <a:rPr lang="en-US" dirty="0"/>
              <a:t>CLICK TO EDIT MASTER TITLE STYLE</a:t>
            </a:r>
          </a:p>
        </p:txBody>
      </p:sp>
      <p:sp>
        <p:nvSpPr>
          <p:cNvPr id="10" name="Picture Placeholder 4"/>
          <p:cNvSpPr>
            <a:spLocks noGrp="1"/>
          </p:cNvSpPr>
          <p:nvPr>
            <p:ph type="pic" sz="quarter" idx="17" hasCustomPrompt="1"/>
          </p:nvPr>
        </p:nvSpPr>
        <p:spPr>
          <a:xfrm>
            <a:off x="1866901" y="2770416"/>
            <a:ext cx="2019300" cy="20193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1" name="Picture Placeholder 4"/>
          <p:cNvSpPr>
            <a:spLocks noGrp="1"/>
          </p:cNvSpPr>
          <p:nvPr>
            <p:ph type="pic" sz="quarter" idx="18" hasCustomPrompt="1"/>
          </p:nvPr>
        </p:nvSpPr>
        <p:spPr>
          <a:xfrm>
            <a:off x="3943351" y="2770416"/>
            <a:ext cx="2019300" cy="20193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2" name="Picture Placeholder 4"/>
          <p:cNvSpPr>
            <a:spLocks noGrp="1"/>
          </p:cNvSpPr>
          <p:nvPr>
            <p:ph type="pic" sz="quarter" idx="19" hasCustomPrompt="1"/>
          </p:nvPr>
        </p:nvSpPr>
        <p:spPr>
          <a:xfrm>
            <a:off x="6019801" y="2770416"/>
            <a:ext cx="2019300" cy="20193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3" name="Picture Placeholder 4"/>
          <p:cNvSpPr>
            <a:spLocks noGrp="1"/>
          </p:cNvSpPr>
          <p:nvPr>
            <p:ph type="pic" sz="quarter" idx="20" hasCustomPrompt="1"/>
          </p:nvPr>
        </p:nvSpPr>
        <p:spPr>
          <a:xfrm>
            <a:off x="8096251" y="2770416"/>
            <a:ext cx="2019300" cy="20193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4" name="Picture Placeholder 4"/>
          <p:cNvSpPr>
            <a:spLocks noGrp="1"/>
          </p:cNvSpPr>
          <p:nvPr>
            <p:ph type="pic" sz="quarter" idx="21" hasCustomPrompt="1"/>
          </p:nvPr>
        </p:nvSpPr>
        <p:spPr>
          <a:xfrm>
            <a:off x="10172700" y="2770416"/>
            <a:ext cx="2019300" cy="20193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5" name="Picture Placeholder 4"/>
          <p:cNvSpPr>
            <a:spLocks noGrp="1"/>
          </p:cNvSpPr>
          <p:nvPr>
            <p:ph type="pic" sz="quarter" idx="22" hasCustomPrompt="1"/>
          </p:nvPr>
        </p:nvSpPr>
        <p:spPr>
          <a:xfrm>
            <a:off x="1866901" y="4838700"/>
            <a:ext cx="2019300" cy="20193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6" name="Picture Placeholder 4"/>
          <p:cNvSpPr>
            <a:spLocks noGrp="1"/>
          </p:cNvSpPr>
          <p:nvPr>
            <p:ph type="pic" sz="quarter" idx="23" hasCustomPrompt="1"/>
          </p:nvPr>
        </p:nvSpPr>
        <p:spPr>
          <a:xfrm>
            <a:off x="3943351" y="4838700"/>
            <a:ext cx="2019300" cy="20193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7" name="Picture Placeholder 4"/>
          <p:cNvSpPr>
            <a:spLocks noGrp="1"/>
          </p:cNvSpPr>
          <p:nvPr>
            <p:ph type="pic" sz="quarter" idx="24" hasCustomPrompt="1"/>
          </p:nvPr>
        </p:nvSpPr>
        <p:spPr>
          <a:xfrm>
            <a:off x="6019801" y="4838700"/>
            <a:ext cx="2019300" cy="20193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8" name="Picture Placeholder 4"/>
          <p:cNvSpPr>
            <a:spLocks noGrp="1"/>
          </p:cNvSpPr>
          <p:nvPr>
            <p:ph type="pic" sz="quarter" idx="25" hasCustomPrompt="1"/>
          </p:nvPr>
        </p:nvSpPr>
        <p:spPr>
          <a:xfrm>
            <a:off x="8096251" y="4838700"/>
            <a:ext cx="2019300" cy="20193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9" name="Picture Placeholder 4"/>
          <p:cNvSpPr>
            <a:spLocks noGrp="1"/>
          </p:cNvSpPr>
          <p:nvPr>
            <p:ph type="pic" sz="quarter" idx="26" hasCustomPrompt="1"/>
          </p:nvPr>
        </p:nvSpPr>
        <p:spPr>
          <a:xfrm>
            <a:off x="10172700" y="4838700"/>
            <a:ext cx="2019300" cy="20193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2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Title 4"/>
          <p:cNvSpPr>
            <a:spLocks noGrp="1"/>
          </p:cNvSpPr>
          <p:nvPr>
            <p:ph type="title" hasCustomPrompt="1"/>
          </p:nvPr>
        </p:nvSpPr>
        <p:spPr>
          <a:xfrm>
            <a:off x="1866900" y="1000025"/>
            <a:ext cx="4229100" cy="1621619"/>
          </a:xfrm>
        </p:spPr>
        <p:txBody>
          <a:bodyPr/>
          <a:lstStyle>
            <a:lvl1pPr>
              <a:defRPr sz="3600"/>
            </a:lvl1pPr>
          </a:lstStyle>
          <a:p>
            <a:r>
              <a:rPr lang="en-US" dirty="0"/>
              <a:t>CLICK TO EDIT MASTER TITLE STYLE</a:t>
            </a:r>
          </a:p>
        </p:txBody>
      </p:sp>
      <p:sp>
        <p:nvSpPr>
          <p:cNvPr id="10" name="Picture Placeholder 4"/>
          <p:cNvSpPr>
            <a:spLocks noGrp="1"/>
          </p:cNvSpPr>
          <p:nvPr>
            <p:ph type="pic" sz="quarter" idx="17" hasCustomPrompt="1"/>
          </p:nvPr>
        </p:nvSpPr>
        <p:spPr>
          <a:xfrm>
            <a:off x="1866901" y="2770416"/>
            <a:ext cx="2019300" cy="4087584"/>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1" name="Picture Placeholder 4"/>
          <p:cNvSpPr>
            <a:spLocks noGrp="1"/>
          </p:cNvSpPr>
          <p:nvPr>
            <p:ph type="pic" sz="quarter" idx="18" hasCustomPrompt="1"/>
          </p:nvPr>
        </p:nvSpPr>
        <p:spPr>
          <a:xfrm>
            <a:off x="3943351" y="2770416"/>
            <a:ext cx="2019300" cy="4087584"/>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2" name="Picture Placeholder 4"/>
          <p:cNvSpPr>
            <a:spLocks noGrp="1"/>
          </p:cNvSpPr>
          <p:nvPr>
            <p:ph type="pic" sz="quarter" idx="19" hasCustomPrompt="1"/>
          </p:nvPr>
        </p:nvSpPr>
        <p:spPr>
          <a:xfrm>
            <a:off x="6019801" y="2770416"/>
            <a:ext cx="2019300" cy="4087584"/>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3" name="Picture Placeholder 4"/>
          <p:cNvSpPr>
            <a:spLocks noGrp="1"/>
          </p:cNvSpPr>
          <p:nvPr>
            <p:ph type="pic" sz="quarter" idx="20" hasCustomPrompt="1"/>
          </p:nvPr>
        </p:nvSpPr>
        <p:spPr>
          <a:xfrm>
            <a:off x="8096251" y="2770416"/>
            <a:ext cx="2019300" cy="4087584"/>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4" name="Picture Placeholder 4"/>
          <p:cNvSpPr>
            <a:spLocks noGrp="1"/>
          </p:cNvSpPr>
          <p:nvPr>
            <p:ph type="pic" sz="quarter" idx="21" hasCustomPrompt="1"/>
          </p:nvPr>
        </p:nvSpPr>
        <p:spPr>
          <a:xfrm>
            <a:off x="10172700" y="2770416"/>
            <a:ext cx="2019300" cy="4087584"/>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866900" y="994934"/>
            <a:ext cx="9753600" cy="1487862"/>
          </a:xfrm>
          <a:prstGeom prst="rect">
            <a:avLst/>
          </a:prstGeom>
          <a:effectLst/>
        </p:spPr>
        <p:txBody>
          <a:bodyPr vert="horz" lIns="0" tIns="192024" rIns="0" bIns="0" rtlCol="0" anchor="t" anchorCtr="0">
            <a:noAutofit/>
          </a:bodyPr>
          <a:lstStyle/>
          <a:p>
            <a:r>
              <a:rPr lang="en-US" dirty="0"/>
              <a:t>YOUR TITLE HERE</a:t>
            </a:r>
          </a:p>
        </p:txBody>
      </p:sp>
      <p:sp>
        <p:nvSpPr>
          <p:cNvPr id="6" name="Номер слайда 21"/>
          <p:cNvSpPr>
            <a:spLocks noGrp="1"/>
          </p:cNvSpPr>
          <p:nvPr>
            <p:ph type="sldNum" sz="quarter" idx="4"/>
          </p:nvPr>
        </p:nvSpPr>
        <p:spPr>
          <a:xfrm>
            <a:off x="235873" y="6418877"/>
            <a:ext cx="513735" cy="227164"/>
          </a:xfrm>
          <a:prstGeom prst="rect">
            <a:avLst/>
          </a:prstGeom>
          <a:noFill/>
        </p:spPr>
        <p:txBody>
          <a:bodyPr vert="horz" lIns="0" tIns="0" rIns="0" bIns="0" rtlCol="0" anchor="ctr"/>
          <a:lstStyle>
            <a:lvl1pPr algn="ctr">
              <a:defRPr sz="1000" b="0" i="0">
                <a:solidFill>
                  <a:schemeClr val="tx1">
                    <a:alpha val="70000"/>
                  </a:schemeClr>
                </a:solidFill>
                <a:latin typeface="Montserrat Medium" charset="0"/>
                <a:ea typeface="Montserrat Medium" charset="0"/>
                <a:cs typeface="Montserrat Medium" charset="0"/>
              </a:defRPr>
            </a:lvl1pPr>
          </a:lstStyle>
          <a:p>
            <a:fld id="{D8D877B3-D348-4611-9BDB-C5374591D951}" type="slidenum">
              <a:rPr lang="en-US" smtClean="0"/>
              <a:pPr/>
              <a:t>‹#›</a:t>
            </a:fld>
            <a:endParaRPr lang="en-US" dirty="0"/>
          </a:p>
        </p:txBody>
      </p:sp>
      <p:sp>
        <p:nvSpPr>
          <p:cNvPr id="11" name="Text Placeholder 10"/>
          <p:cNvSpPr>
            <a:spLocks noGrp="1"/>
          </p:cNvSpPr>
          <p:nvPr>
            <p:ph type="body" idx="1"/>
          </p:nvPr>
        </p:nvSpPr>
        <p:spPr>
          <a:xfrm>
            <a:off x="1866900" y="2514600"/>
            <a:ext cx="9753600" cy="3110442"/>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9" name="Straight Connector 8"/>
          <p:cNvCxnSpPr/>
          <p:nvPr userDrawn="1"/>
        </p:nvCxnSpPr>
        <p:spPr>
          <a:xfrm>
            <a:off x="985480" y="0"/>
            <a:ext cx="0" cy="685800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CC33FD7C-B982-544D-9689-05BD351626B3}"/>
              </a:ext>
            </a:extLst>
          </p:cNvPr>
          <p:cNvPicPr>
            <a:picLocks noChangeAspect="1"/>
          </p:cNvPicPr>
          <p:nvPr userDrawn="1"/>
        </p:nvPicPr>
        <p:blipFill>
          <a:blip r:embed="rId49"/>
          <a:stretch>
            <a:fillRect/>
          </a:stretch>
        </p:blipFill>
        <p:spPr>
          <a:xfrm>
            <a:off x="241608" y="3244850"/>
            <a:ext cx="508000" cy="368300"/>
          </a:xfrm>
          <a:prstGeom prst="rect">
            <a:avLst/>
          </a:prstGeom>
        </p:spPr>
      </p:pic>
    </p:spTree>
    <p:extLst>
      <p:ext uri="{BB962C8B-B14F-4D97-AF65-F5344CB8AC3E}">
        <p14:creationId xmlns:p14="http://schemas.microsoft.com/office/powerpoint/2010/main" val="1377184672"/>
      </p:ext>
    </p:extLst>
  </p:cSld>
  <p:clrMap bg1="lt1" tx1="dk1" bg2="lt2" tx2="dk2" accent1="accent1" accent2="accent2" accent3="accent3" accent4="accent4" accent5="accent5" accent6="accent6" hlink="hlink" folHlink="folHlink"/>
  <p:sldLayoutIdLst>
    <p:sldLayoutId id="2147484008" r:id="rId1"/>
    <p:sldLayoutId id="2147484018" r:id="rId2"/>
    <p:sldLayoutId id="2147484009" r:id="rId3"/>
    <p:sldLayoutId id="2147484023" r:id="rId4"/>
    <p:sldLayoutId id="2147484035" r:id="rId5"/>
    <p:sldLayoutId id="2147484022" r:id="rId6"/>
    <p:sldLayoutId id="2147484043" r:id="rId7"/>
    <p:sldLayoutId id="2147484010" r:id="rId8"/>
    <p:sldLayoutId id="2147484011" r:id="rId9"/>
    <p:sldLayoutId id="2147484012" r:id="rId10"/>
    <p:sldLayoutId id="2147484052" r:id="rId11"/>
    <p:sldLayoutId id="2147484053" r:id="rId12"/>
    <p:sldLayoutId id="2147484054" r:id="rId13"/>
    <p:sldLayoutId id="2147484019" r:id="rId14"/>
    <p:sldLayoutId id="2147484013" r:id="rId15"/>
    <p:sldLayoutId id="2147484014" r:id="rId16"/>
    <p:sldLayoutId id="2147484015" r:id="rId17"/>
    <p:sldLayoutId id="2147484016" r:id="rId18"/>
    <p:sldLayoutId id="2147484017" r:id="rId19"/>
    <p:sldLayoutId id="2147484020" r:id="rId20"/>
    <p:sldLayoutId id="2147484021" r:id="rId21"/>
    <p:sldLayoutId id="2147484024" r:id="rId22"/>
    <p:sldLayoutId id="2147484025" r:id="rId23"/>
    <p:sldLayoutId id="2147484026" r:id="rId24"/>
    <p:sldLayoutId id="2147484027" r:id="rId25"/>
    <p:sldLayoutId id="2147484028" r:id="rId26"/>
    <p:sldLayoutId id="2147484029" r:id="rId27"/>
    <p:sldLayoutId id="2147484030" r:id="rId28"/>
    <p:sldLayoutId id="2147484031" r:id="rId29"/>
    <p:sldLayoutId id="2147484047" r:id="rId30"/>
    <p:sldLayoutId id="2147484032" r:id="rId31"/>
    <p:sldLayoutId id="2147484048" r:id="rId32"/>
    <p:sldLayoutId id="2147484033" r:id="rId33"/>
    <p:sldLayoutId id="2147484034" r:id="rId34"/>
    <p:sldLayoutId id="2147484036" r:id="rId35"/>
    <p:sldLayoutId id="2147484037" r:id="rId36"/>
    <p:sldLayoutId id="2147484038" r:id="rId37"/>
    <p:sldLayoutId id="2147484039" r:id="rId38"/>
    <p:sldLayoutId id="2147484040" r:id="rId39"/>
    <p:sldLayoutId id="2147484051" r:id="rId40"/>
    <p:sldLayoutId id="2147484041" r:id="rId41"/>
    <p:sldLayoutId id="2147484044" r:id="rId42"/>
    <p:sldLayoutId id="2147484042" r:id="rId43"/>
    <p:sldLayoutId id="2147484045" r:id="rId44"/>
    <p:sldLayoutId id="2147484046" r:id="rId45"/>
    <p:sldLayoutId id="2147484049" r:id="rId46"/>
    <p:sldLayoutId id="2147484050" r:id="rId47"/>
  </p:sldLayoutIdLst>
  <p:hf hdr="0" ftr="0" dt="0"/>
  <p:txStyles>
    <p:titleStyle>
      <a:lvl1pPr algn="l" defTabSz="914318" rtl="0" eaLnBrk="1" latinLnBrk="0" hangingPunct="1">
        <a:lnSpc>
          <a:spcPct val="80000"/>
        </a:lnSpc>
        <a:spcBef>
          <a:spcPct val="0"/>
        </a:spcBef>
        <a:buNone/>
        <a:defRPr sz="4400" kern="1200" spc="-151" baseline="0">
          <a:solidFill>
            <a:schemeClr val="tx1"/>
          </a:solidFill>
          <a:latin typeface="+mj-lt"/>
          <a:ea typeface="+mj-ea"/>
          <a:cs typeface="+mj-cs"/>
        </a:defRPr>
      </a:lvl1pPr>
    </p:titleStyle>
    <p:bodyStyle>
      <a:lvl1pPr marL="0" indent="0" algn="l" defTabSz="914318" rtl="0" eaLnBrk="1" latinLnBrk="0" hangingPunct="1">
        <a:lnSpc>
          <a:spcPct val="120000"/>
        </a:lnSpc>
        <a:spcBef>
          <a:spcPts val="1000"/>
        </a:spcBef>
        <a:buFont typeface="Arial" panose="020B0604020202020204" pitchFamily="34" charset="0"/>
        <a:buNone/>
        <a:defRPr sz="2800" kern="1200">
          <a:solidFill>
            <a:schemeClr val="tx1"/>
          </a:solidFill>
          <a:latin typeface="+mn-lt"/>
          <a:ea typeface="+mn-ea"/>
          <a:cs typeface="+mn-cs"/>
        </a:defRPr>
      </a:lvl1pPr>
      <a:lvl2pPr marL="0" indent="0" algn="l" defTabSz="914318" rtl="0" eaLnBrk="1" latinLnBrk="0" hangingPunct="1">
        <a:lnSpc>
          <a:spcPct val="120000"/>
        </a:lnSpc>
        <a:spcBef>
          <a:spcPts val="499"/>
        </a:spcBef>
        <a:buFont typeface="Arial" panose="020B0604020202020204" pitchFamily="34" charset="0"/>
        <a:buNone/>
        <a:defRPr sz="1800" kern="1200">
          <a:solidFill>
            <a:schemeClr val="tx1"/>
          </a:solidFill>
          <a:latin typeface="+mn-lt"/>
          <a:ea typeface="+mn-ea"/>
          <a:cs typeface="+mn-cs"/>
        </a:defRPr>
      </a:lvl2pPr>
      <a:lvl3pPr marL="0" indent="0" algn="l" defTabSz="914318" rtl="0" eaLnBrk="1" latinLnBrk="0" hangingPunct="1">
        <a:lnSpc>
          <a:spcPct val="120000"/>
        </a:lnSpc>
        <a:spcBef>
          <a:spcPts val="499"/>
        </a:spcBef>
        <a:buFont typeface="Arial" panose="020B0604020202020204" pitchFamily="34" charset="0"/>
        <a:buNone/>
        <a:defRPr sz="1200" kern="1200">
          <a:solidFill>
            <a:schemeClr val="tx1"/>
          </a:solidFill>
          <a:latin typeface="+mn-lt"/>
          <a:ea typeface="+mn-ea"/>
          <a:cs typeface="+mn-cs"/>
        </a:defRPr>
      </a:lvl3pPr>
      <a:lvl4pPr marL="0" indent="0" algn="l" defTabSz="914318" rtl="0" eaLnBrk="1" latinLnBrk="0" hangingPunct="1">
        <a:lnSpc>
          <a:spcPct val="120000"/>
        </a:lnSpc>
        <a:spcBef>
          <a:spcPts val="499"/>
        </a:spcBef>
        <a:buFont typeface="Arial" panose="020B0604020202020204" pitchFamily="34" charset="0"/>
        <a:buNone/>
        <a:defRPr sz="1000" kern="1200">
          <a:solidFill>
            <a:schemeClr val="tx1">
              <a:alpha val="70000"/>
            </a:schemeClr>
          </a:solidFill>
          <a:latin typeface="+mn-lt"/>
          <a:ea typeface="+mn-ea"/>
          <a:cs typeface="+mn-cs"/>
        </a:defRPr>
      </a:lvl4pPr>
      <a:lvl5pPr marL="0" indent="0" algn="l" defTabSz="914318" rtl="0" eaLnBrk="1" latinLnBrk="0" hangingPunct="1">
        <a:lnSpc>
          <a:spcPct val="120000"/>
        </a:lnSpc>
        <a:spcBef>
          <a:spcPts val="499"/>
        </a:spcBef>
        <a:buFont typeface="Arial" panose="020B0604020202020204" pitchFamily="34" charset="0"/>
        <a:buNone/>
        <a:defRPr sz="1000" kern="1200" baseline="0">
          <a:solidFill>
            <a:schemeClr val="tx1">
              <a:alpha val="50000"/>
            </a:schemeClr>
          </a:solidFill>
          <a:latin typeface="+mn-lt"/>
          <a:ea typeface="+mn-ea"/>
          <a:cs typeface="+mn-cs"/>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18" rtl="0" eaLnBrk="1" latinLnBrk="0" hangingPunct="1">
        <a:defRPr sz="1800" kern="1200">
          <a:solidFill>
            <a:schemeClr val="tx1"/>
          </a:solidFill>
          <a:latin typeface="+mn-lt"/>
          <a:ea typeface="+mn-ea"/>
          <a:cs typeface="+mn-cs"/>
        </a:defRPr>
      </a:lvl1pPr>
      <a:lvl2pPr marL="457159" algn="l" defTabSz="914318" rtl="0" eaLnBrk="1" latinLnBrk="0" hangingPunct="1">
        <a:defRPr sz="1800" kern="1200">
          <a:solidFill>
            <a:schemeClr val="tx1"/>
          </a:solidFill>
          <a:latin typeface="+mn-lt"/>
          <a:ea typeface="+mn-ea"/>
          <a:cs typeface="+mn-cs"/>
        </a:defRPr>
      </a:lvl2pPr>
      <a:lvl3pPr marL="914318" algn="l" defTabSz="914318" rtl="0" eaLnBrk="1" latinLnBrk="0" hangingPunct="1">
        <a:defRPr sz="1800" kern="1200">
          <a:solidFill>
            <a:schemeClr val="tx1"/>
          </a:solidFill>
          <a:latin typeface="+mn-lt"/>
          <a:ea typeface="+mn-ea"/>
          <a:cs typeface="+mn-cs"/>
        </a:defRPr>
      </a:lvl3pPr>
      <a:lvl4pPr marL="1371478" algn="l" defTabSz="914318" rtl="0" eaLnBrk="1" latinLnBrk="0" hangingPunct="1">
        <a:defRPr sz="1800" kern="1200">
          <a:solidFill>
            <a:schemeClr val="tx1"/>
          </a:solidFill>
          <a:latin typeface="+mn-lt"/>
          <a:ea typeface="+mn-ea"/>
          <a:cs typeface="+mn-cs"/>
        </a:defRPr>
      </a:lvl4pPr>
      <a:lvl5pPr marL="1828636" algn="l" defTabSz="914318" rtl="0" eaLnBrk="1" latinLnBrk="0" hangingPunct="1">
        <a:defRPr sz="1800" kern="1200">
          <a:solidFill>
            <a:schemeClr val="tx1"/>
          </a:solidFill>
          <a:latin typeface="+mn-lt"/>
          <a:ea typeface="+mn-ea"/>
          <a:cs typeface="+mn-cs"/>
        </a:defRPr>
      </a:lvl5pPr>
      <a:lvl6pPr marL="2285794" algn="l" defTabSz="914318" rtl="0" eaLnBrk="1" latinLnBrk="0" hangingPunct="1">
        <a:defRPr sz="1800" kern="1200">
          <a:solidFill>
            <a:schemeClr val="tx1"/>
          </a:solidFill>
          <a:latin typeface="+mn-lt"/>
          <a:ea typeface="+mn-ea"/>
          <a:cs typeface="+mn-cs"/>
        </a:defRPr>
      </a:lvl6pPr>
      <a:lvl7pPr marL="2742953" algn="l" defTabSz="914318" rtl="0" eaLnBrk="1" latinLnBrk="0" hangingPunct="1">
        <a:defRPr sz="1800" kern="1200">
          <a:solidFill>
            <a:schemeClr val="tx1"/>
          </a:solidFill>
          <a:latin typeface="+mn-lt"/>
          <a:ea typeface="+mn-ea"/>
          <a:cs typeface="+mn-cs"/>
        </a:defRPr>
      </a:lvl7pPr>
      <a:lvl8pPr marL="3200112" algn="l" defTabSz="914318" rtl="0" eaLnBrk="1" latinLnBrk="0" hangingPunct="1">
        <a:defRPr sz="1800" kern="1200">
          <a:solidFill>
            <a:schemeClr val="tx1"/>
          </a:solidFill>
          <a:latin typeface="+mn-lt"/>
          <a:ea typeface="+mn-ea"/>
          <a:cs typeface="+mn-cs"/>
        </a:defRPr>
      </a:lvl8pPr>
      <a:lvl9pPr marL="3657271" algn="l" defTabSz="91431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0">
          <p15:clr>
            <a:srgbClr val="F26B43"/>
          </p15:clr>
        </p15:guide>
        <p15:guide id="1" orient="horz" pos="2160">
          <p15:clr>
            <a:srgbClr val="F26B43"/>
          </p15:clr>
        </p15:guide>
        <p15:guide id="28" pos="624" userDrawn="1">
          <p15:clr>
            <a:srgbClr val="F26B43"/>
          </p15:clr>
        </p15:guide>
        <p15:guide id="29" pos="7320" userDrawn="1">
          <p15:clr>
            <a:srgbClr val="F26B43"/>
          </p15:clr>
        </p15:guide>
        <p15:guide id="48" pos="1176" userDrawn="1">
          <p15:clr>
            <a:srgbClr val="F26B43"/>
          </p15:clr>
        </p15:guide>
        <p15:guide id="51" orient="horz" pos="74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0.xml"/><Relationship Id="rId5" Type="http://schemas.openxmlformats.org/officeDocument/2006/relationships/chart" Target="../charts/chart4.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9.xml"/><Relationship Id="rId4" Type="http://schemas.openxmlformats.org/officeDocument/2006/relationships/chart" Target="../charts/chart7.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a:extLst>
              <a:ext uri="{FF2B5EF4-FFF2-40B4-BE49-F238E27FC236}">
                <a16:creationId xmlns:a16="http://schemas.microsoft.com/office/drawing/2014/main" id="{2EBAAFCC-5E2C-014F-9FEF-1F3657C48B0C}"/>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62" b="62"/>
          <a:stretch>
            <a:fillRect/>
          </a:stretch>
        </p:blipFill>
        <p:spPr>
          <a:xfrm>
            <a:off x="0" y="0"/>
            <a:ext cx="12192000" cy="6858000"/>
          </a:xfrm>
        </p:spPr>
      </p:pic>
      <p:sp>
        <p:nvSpPr>
          <p:cNvPr id="2" name="Slide Number Placeholder 1"/>
          <p:cNvSpPr>
            <a:spLocks noGrp="1"/>
          </p:cNvSpPr>
          <p:nvPr>
            <p:ph type="sldNum" sz="quarter" idx="10"/>
          </p:nvPr>
        </p:nvSpPr>
        <p:spPr/>
        <p:txBody>
          <a:bodyPr/>
          <a:lstStyle/>
          <a:p>
            <a:fld id="{D8D877B3-D348-4611-9BDB-C5374591D951}" type="slidenum">
              <a:rPr lang="en-US" smtClean="0"/>
              <a:pPr/>
              <a:t>1</a:t>
            </a:fld>
            <a:endParaRPr lang="en-US" dirty="0"/>
          </a:p>
        </p:txBody>
      </p:sp>
      <p:cxnSp>
        <p:nvCxnSpPr>
          <p:cNvPr id="5" name="Straight Connector 4"/>
          <p:cNvCxnSpPr>
            <a:cxnSpLocks/>
          </p:cNvCxnSpPr>
          <p:nvPr/>
        </p:nvCxnSpPr>
        <p:spPr>
          <a:xfrm>
            <a:off x="985480" y="0"/>
            <a:ext cx="0" cy="6858000"/>
          </a:xfrm>
          <a:prstGeom prst="line">
            <a:avLst/>
          </a:prstGeom>
          <a:ln>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733971" y="3429000"/>
            <a:ext cx="4854769" cy="2631490"/>
          </a:xfrm>
          <a:prstGeom prst="rect">
            <a:avLst/>
          </a:prstGeom>
          <a:noFill/>
        </p:spPr>
        <p:txBody>
          <a:bodyPr wrap="square" lIns="0" rIns="0" rtlCol="0">
            <a:spAutoFit/>
          </a:bodyPr>
          <a:lstStyle/>
          <a:p>
            <a:r>
              <a:rPr lang="en-US" sz="5500" b="1" dirty="0" err="1">
                <a:solidFill>
                  <a:schemeClr val="bg1"/>
                </a:solidFill>
                <a:latin typeface="Averta ExtraBold" pitchFamily="2" charset="77"/>
              </a:rPr>
              <a:t>Vị</a:t>
            </a:r>
            <a:r>
              <a:rPr lang="en-US" sz="5500" b="1" dirty="0">
                <a:solidFill>
                  <a:schemeClr val="bg1"/>
                </a:solidFill>
                <a:latin typeface="Averta ExtraBold" pitchFamily="2" charset="77"/>
              </a:rPr>
              <a:t> </a:t>
            </a:r>
            <a:r>
              <a:rPr lang="en-US" sz="5500" b="1" dirty="0" err="1">
                <a:solidFill>
                  <a:schemeClr val="bg1"/>
                </a:solidFill>
                <a:latin typeface="Averta ExtraBold" pitchFamily="2" charset="77"/>
              </a:rPr>
              <a:t>trí</a:t>
            </a:r>
            <a:r>
              <a:rPr lang="en-US" sz="5500" b="1" dirty="0">
                <a:solidFill>
                  <a:schemeClr val="bg1"/>
                </a:solidFill>
                <a:latin typeface="Averta ExtraBold" pitchFamily="2" charset="77"/>
              </a:rPr>
              <a:t> headline </a:t>
            </a:r>
            <a:r>
              <a:rPr lang="en-US" sz="5500" b="1" dirty="0" err="1">
                <a:solidFill>
                  <a:schemeClr val="bg1"/>
                </a:solidFill>
                <a:latin typeface="Averta ExtraBold" pitchFamily="2" charset="77"/>
              </a:rPr>
              <a:t>được</a:t>
            </a:r>
            <a:r>
              <a:rPr lang="en-US" sz="5500" b="1" dirty="0">
                <a:solidFill>
                  <a:schemeClr val="bg1"/>
                </a:solidFill>
                <a:latin typeface="Averta ExtraBold" pitchFamily="2" charset="77"/>
              </a:rPr>
              <a:t> </a:t>
            </a:r>
            <a:r>
              <a:rPr lang="en-US" sz="5500" b="1" dirty="0" err="1">
                <a:solidFill>
                  <a:schemeClr val="bg1"/>
                </a:solidFill>
                <a:latin typeface="Averta ExtraBold" pitchFamily="2" charset="77"/>
              </a:rPr>
              <a:t>đặt</a:t>
            </a:r>
            <a:endParaRPr lang="en-US" sz="5500" b="1" dirty="0">
              <a:solidFill>
                <a:schemeClr val="bg1"/>
              </a:solidFill>
              <a:latin typeface="Averta ExtraBold" pitchFamily="2" charset="77"/>
            </a:endParaRPr>
          </a:p>
          <a:p>
            <a:r>
              <a:rPr lang="en-US" sz="5500" b="1" dirty="0" err="1">
                <a:solidFill>
                  <a:schemeClr val="bg1"/>
                </a:solidFill>
                <a:latin typeface="Averta ExtraBold" pitchFamily="2" charset="77"/>
              </a:rPr>
              <a:t>tại</a:t>
            </a:r>
            <a:r>
              <a:rPr lang="en-US" sz="5500" b="1" dirty="0">
                <a:solidFill>
                  <a:schemeClr val="bg1"/>
                </a:solidFill>
                <a:latin typeface="Averta ExtraBold" pitchFamily="2" charset="77"/>
              </a:rPr>
              <a:t> </a:t>
            </a:r>
            <a:r>
              <a:rPr lang="en-US" sz="5500" b="1" dirty="0" err="1">
                <a:solidFill>
                  <a:schemeClr val="bg1"/>
                </a:solidFill>
                <a:latin typeface="Averta ExtraBold" pitchFamily="2" charset="77"/>
              </a:rPr>
              <a:t>đây</a:t>
            </a:r>
            <a:r>
              <a:rPr lang="en-US" sz="5500" b="1" dirty="0">
                <a:solidFill>
                  <a:srgbClr val="92D050"/>
                </a:solidFill>
                <a:latin typeface="Averta ExtraBold" pitchFamily="2" charset="77"/>
              </a:rPr>
              <a:t>.</a:t>
            </a:r>
          </a:p>
        </p:txBody>
      </p:sp>
      <p:sp>
        <p:nvSpPr>
          <p:cNvPr id="15" name="TextBox 14">
            <a:extLst>
              <a:ext uri="{FF2B5EF4-FFF2-40B4-BE49-F238E27FC236}">
                <a16:creationId xmlns:a16="http://schemas.microsoft.com/office/drawing/2014/main" id="{F4BD260D-593E-0549-876C-4E72291142FC}"/>
              </a:ext>
            </a:extLst>
          </p:cNvPr>
          <p:cNvSpPr txBox="1"/>
          <p:nvPr/>
        </p:nvSpPr>
        <p:spPr>
          <a:xfrm>
            <a:off x="11206520" y="582482"/>
            <a:ext cx="600271" cy="1169551"/>
          </a:xfrm>
          <a:prstGeom prst="rect">
            <a:avLst/>
          </a:prstGeom>
          <a:noFill/>
        </p:spPr>
        <p:txBody>
          <a:bodyPr wrap="square" rtlCol="0">
            <a:spAutoFit/>
          </a:bodyPr>
          <a:lstStyle/>
          <a:p>
            <a:pPr algn="ctr"/>
            <a:r>
              <a:rPr lang="en-US" sz="1400" dirty="0">
                <a:solidFill>
                  <a:schemeClr val="bg1"/>
                </a:solidFill>
                <a:latin typeface="Averta" pitchFamily="2" charset="77"/>
              </a:rPr>
              <a:t>06</a:t>
            </a:r>
          </a:p>
          <a:p>
            <a:pPr algn="ctr"/>
            <a:r>
              <a:rPr lang="en-US" sz="1400" dirty="0">
                <a:solidFill>
                  <a:schemeClr val="bg1"/>
                </a:solidFill>
                <a:latin typeface="Averta" pitchFamily="2" charset="77"/>
              </a:rPr>
              <a:t>/</a:t>
            </a:r>
          </a:p>
          <a:p>
            <a:pPr algn="ctr"/>
            <a:r>
              <a:rPr lang="en-US" sz="1400" dirty="0">
                <a:solidFill>
                  <a:schemeClr val="bg1"/>
                </a:solidFill>
                <a:latin typeface="Averta" pitchFamily="2" charset="77"/>
              </a:rPr>
              <a:t>06</a:t>
            </a:r>
          </a:p>
          <a:p>
            <a:pPr algn="ctr"/>
            <a:r>
              <a:rPr lang="en-US" sz="1400" dirty="0">
                <a:solidFill>
                  <a:schemeClr val="bg1"/>
                </a:solidFill>
                <a:latin typeface="Averta" pitchFamily="2" charset="77"/>
              </a:rPr>
              <a:t>/</a:t>
            </a:r>
          </a:p>
          <a:p>
            <a:pPr algn="ctr"/>
            <a:r>
              <a:rPr lang="en-US" sz="1400" dirty="0">
                <a:solidFill>
                  <a:schemeClr val="bg1"/>
                </a:solidFill>
                <a:latin typeface="Averta" pitchFamily="2" charset="77"/>
              </a:rPr>
              <a:t>2022</a:t>
            </a:r>
          </a:p>
        </p:txBody>
      </p:sp>
      <p:pic>
        <p:nvPicPr>
          <p:cNvPr id="17" name="Picture 16">
            <a:extLst>
              <a:ext uri="{FF2B5EF4-FFF2-40B4-BE49-F238E27FC236}">
                <a16:creationId xmlns:a16="http://schemas.microsoft.com/office/drawing/2014/main" id="{C6BC7518-12B8-3442-BE8C-A00310A7DC24}"/>
              </a:ext>
            </a:extLst>
          </p:cNvPr>
          <p:cNvPicPr>
            <a:picLocks noChangeAspect="1"/>
          </p:cNvPicPr>
          <p:nvPr/>
        </p:nvPicPr>
        <p:blipFill>
          <a:blip r:embed="rId3"/>
          <a:stretch>
            <a:fillRect/>
          </a:stretch>
        </p:blipFill>
        <p:spPr>
          <a:xfrm>
            <a:off x="1821432" y="582482"/>
            <a:ext cx="3187700" cy="508000"/>
          </a:xfrm>
          <a:prstGeom prst="rect">
            <a:avLst/>
          </a:prstGeom>
        </p:spPr>
      </p:pic>
    </p:spTree>
    <p:extLst>
      <p:ext uri="{BB962C8B-B14F-4D97-AF65-F5344CB8AC3E}">
        <p14:creationId xmlns:p14="http://schemas.microsoft.com/office/powerpoint/2010/main" val="1680353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D8D877B3-D348-4611-9BDB-C5374591D951}" type="slidenum">
              <a:rPr lang="en-US" smtClean="0"/>
              <a:pPr/>
              <a:t>2</a:t>
            </a:fld>
            <a:endParaRPr lang="en-US" dirty="0"/>
          </a:p>
        </p:txBody>
      </p:sp>
      <p:sp>
        <p:nvSpPr>
          <p:cNvPr id="3" name="Title 2"/>
          <p:cNvSpPr>
            <a:spLocks noGrp="1"/>
          </p:cNvSpPr>
          <p:nvPr>
            <p:ph type="title"/>
          </p:nvPr>
        </p:nvSpPr>
        <p:spPr>
          <a:xfrm>
            <a:off x="1866900" y="1561232"/>
            <a:ext cx="2850874" cy="1727005"/>
          </a:xfrm>
        </p:spPr>
        <p:txBody>
          <a:bodyPr/>
          <a:lstStyle/>
          <a:p>
            <a:pPr>
              <a:lnSpc>
                <a:spcPct val="100000"/>
              </a:lnSpc>
            </a:pPr>
            <a:r>
              <a:rPr lang="en-US" b="1" spc="0" dirty="0" err="1">
                <a:latin typeface="Averta ExtraBold" pitchFamily="2" charset="77"/>
              </a:rPr>
              <a:t>Vị</a:t>
            </a:r>
            <a:r>
              <a:rPr lang="en-US" b="1" spc="0" dirty="0">
                <a:latin typeface="Averta ExtraBold" pitchFamily="2" charset="77"/>
              </a:rPr>
              <a:t> </a:t>
            </a:r>
            <a:r>
              <a:rPr lang="en-US" b="1" spc="0" dirty="0" err="1">
                <a:latin typeface="Averta ExtraBold" pitchFamily="2" charset="77"/>
              </a:rPr>
              <a:t>trí</a:t>
            </a:r>
            <a:r>
              <a:rPr lang="en-US" b="1" spc="0" dirty="0">
                <a:latin typeface="Averta ExtraBold" pitchFamily="2" charset="77"/>
              </a:rPr>
              <a:t> headline</a:t>
            </a:r>
            <a:r>
              <a:rPr lang="en-US" b="1" spc="0" dirty="0">
                <a:solidFill>
                  <a:srgbClr val="92D050"/>
                </a:solidFill>
                <a:latin typeface="Averta ExtraBold" pitchFamily="2" charset="77"/>
              </a:rPr>
              <a:t>.</a:t>
            </a:r>
          </a:p>
        </p:txBody>
      </p:sp>
      <p:sp>
        <p:nvSpPr>
          <p:cNvPr id="8" name="TextBox 7"/>
          <p:cNvSpPr txBox="1"/>
          <p:nvPr/>
        </p:nvSpPr>
        <p:spPr>
          <a:xfrm>
            <a:off x="1866900" y="3586279"/>
            <a:ext cx="3473726" cy="2109616"/>
          </a:xfrm>
          <a:prstGeom prst="rect">
            <a:avLst/>
          </a:prstGeom>
          <a:noFill/>
        </p:spPr>
        <p:txBody>
          <a:bodyPr wrap="square" lIns="0" rIns="0" rtlCol="0">
            <a:spAutoFit/>
          </a:bodyPr>
          <a:lstStyle/>
          <a:p>
            <a:pPr>
              <a:lnSpc>
                <a:spcPct val="120000"/>
              </a:lnSpc>
            </a:pPr>
            <a:r>
              <a:rPr lang="en-US" sz="1000" dirty="0">
                <a:solidFill>
                  <a:schemeClr val="tx1">
                    <a:alpha val="80000"/>
                  </a:schemeClr>
                </a:solidFill>
                <a:latin typeface="Averta" pitchFamily="2" charset="77"/>
              </a:rPr>
              <a:t>Lorem ipsum dolor sit </a:t>
            </a:r>
            <a:r>
              <a:rPr lang="en-US" sz="1000" dirty="0" err="1">
                <a:solidFill>
                  <a:schemeClr val="tx1">
                    <a:alpha val="80000"/>
                  </a:schemeClr>
                </a:solidFill>
                <a:latin typeface="Averta" pitchFamily="2" charset="77"/>
              </a:rPr>
              <a:t>amet</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consectetuer</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adipiscing</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elit</a:t>
            </a:r>
            <a:r>
              <a:rPr lang="en-US" sz="1000" dirty="0">
                <a:solidFill>
                  <a:schemeClr val="tx1">
                    <a:alpha val="80000"/>
                  </a:schemeClr>
                </a:solidFill>
                <a:latin typeface="Averta" pitchFamily="2" charset="77"/>
              </a:rPr>
              <a:t>, sed diam </a:t>
            </a:r>
            <a:r>
              <a:rPr lang="en-US" sz="1000" dirty="0" err="1">
                <a:solidFill>
                  <a:schemeClr val="tx1">
                    <a:alpha val="80000"/>
                  </a:schemeClr>
                </a:solidFill>
                <a:latin typeface="Averta" pitchFamily="2" charset="77"/>
              </a:rPr>
              <a:t>nonummy</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nibh</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euismod</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tincidunt</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ut</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laoreet</a:t>
            </a:r>
            <a:r>
              <a:rPr lang="en-US" sz="1000" dirty="0">
                <a:solidFill>
                  <a:schemeClr val="tx1">
                    <a:alpha val="80000"/>
                  </a:schemeClr>
                </a:solidFill>
                <a:latin typeface="Averta" pitchFamily="2" charset="77"/>
              </a:rPr>
              <a:t> dolore magna </a:t>
            </a:r>
            <a:r>
              <a:rPr lang="en-US" sz="1000" dirty="0" err="1">
                <a:solidFill>
                  <a:schemeClr val="tx1">
                    <a:alpha val="80000"/>
                  </a:schemeClr>
                </a:solidFill>
                <a:latin typeface="Averta" pitchFamily="2" charset="77"/>
              </a:rPr>
              <a:t>aliquam</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erat</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voluvtpat</a:t>
            </a:r>
            <a:r>
              <a:rPr lang="en-US" sz="1000" dirty="0">
                <a:solidFill>
                  <a:schemeClr val="tx1">
                    <a:alpha val="80000"/>
                  </a:schemeClr>
                </a:solidFill>
                <a:latin typeface="Averta" pitchFamily="2" charset="77"/>
              </a:rPr>
              <a:t>. Ut </a:t>
            </a:r>
            <a:r>
              <a:rPr lang="en-US" sz="1000" dirty="0" err="1">
                <a:solidFill>
                  <a:schemeClr val="tx1">
                    <a:alpha val="80000"/>
                  </a:schemeClr>
                </a:solidFill>
                <a:latin typeface="Averta" pitchFamily="2" charset="77"/>
              </a:rPr>
              <a:t>wisi</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enim</a:t>
            </a:r>
            <a:r>
              <a:rPr lang="en-US" sz="1000" dirty="0">
                <a:solidFill>
                  <a:schemeClr val="tx1">
                    <a:alpha val="80000"/>
                  </a:schemeClr>
                </a:solidFill>
                <a:latin typeface="Averta" pitchFamily="2" charset="77"/>
              </a:rPr>
              <a:t> ad minim </a:t>
            </a:r>
            <a:r>
              <a:rPr lang="en-US" sz="1000" dirty="0" err="1">
                <a:solidFill>
                  <a:schemeClr val="tx1">
                    <a:alpha val="80000"/>
                  </a:schemeClr>
                </a:solidFill>
                <a:latin typeface="Averta" pitchFamily="2" charset="77"/>
              </a:rPr>
              <a:t>veniam</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quis</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nostrud</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exerci</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tation</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ullamcorper</a:t>
            </a:r>
            <a:endParaRPr lang="en-US" sz="1000" dirty="0">
              <a:solidFill>
                <a:schemeClr val="tx1">
                  <a:alpha val="80000"/>
                </a:schemeClr>
              </a:solidFill>
              <a:latin typeface="Averta" pitchFamily="2" charset="77"/>
            </a:endParaRPr>
          </a:p>
          <a:p>
            <a:pPr>
              <a:lnSpc>
                <a:spcPct val="120000"/>
              </a:lnSpc>
            </a:pPr>
            <a:endParaRPr lang="en-US" sz="1000" dirty="0">
              <a:solidFill>
                <a:schemeClr val="tx1">
                  <a:alpha val="80000"/>
                </a:schemeClr>
              </a:solidFill>
              <a:latin typeface="Averta" pitchFamily="2" charset="77"/>
            </a:endParaRPr>
          </a:p>
          <a:p>
            <a:pPr>
              <a:lnSpc>
                <a:spcPct val="120000"/>
              </a:lnSpc>
            </a:pP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suscipit</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lobortis</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nisl</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ut</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aliquip</a:t>
            </a:r>
            <a:r>
              <a:rPr lang="en-US" sz="1000" dirty="0">
                <a:solidFill>
                  <a:schemeClr val="tx1">
                    <a:alpha val="80000"/>
                  </a:schemeClr>
                </a:solidFill>
                <a:latin typeface="Averta" pitchFamily="2" charset="77"/>
              </a:rPr>
              <a:t> ex </a:t>
            </a:r>
            <a:r>
              <a:rPr lang="en-US" sz="1000" dirty="0" err="1">
                <a:solidFill>
                  <a:schemeClr val="tx1">
                    <a:alpha val="80000"/>
                  </a:schemeClr>
                </a:solidFill>
                <a:latin typeface="Averta" pitchFamily="2" charset="77"/>
              </a:rPr>
              <a:t>ea</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commodo</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consequat</a:t>
            </a:r>
            <a:r>
              <a:rPr lang="en-US" sz="1000" dirty="0">
                <a:solidFill>
                  <a:schemeClr val="tx1">
                    <a:alpha val="80000"/>
                  </a:schemeClr>
                </a:solidFill>
                <a:latin typeface="Averta" pitchFamily="2" charset="77"/>
              </a:rPr>
              <a:t>. Duis </a:t>
            </a:r>
            <a:r>
              <a:rPr lang="en-US" sz="1000" dirty="0" err="1">
                <a:solidFill>
                  <a:schemeClr val="tx1">
                    <a:alpha val="80000"/>
                  </a:schemeClr>
                </a:solidFill>
                <a:latin typeface="Averta" pitchFamily="2" charset="77"/>
              </a:rPr>
              <a:t>autem</a:t>
            </a:r>
            <a:r>
              <a:rPr lang="en-US" sz="1000" dirty="0">
                <a:solidFill>
                  <a:schemeClr val="tx1">
                    <a:alpha val="80000"/>
                  </a:schemeClr>
                </a:solidFill>
                <a:latin typeface="Averta" pitchFamily="2" charset="77"/>
              </a:rPr>
              <a:t> vel </a:t>
            </a:r>
            <a:r>
              <a:rPr lang="en-US" sz="1000" dirty="0" err="1">
                <a:solidFill>
                  <a:schemeClr val="tx1">
                    <a:alpha val="80000"/>
                  </a:schemeClr>
                </a:solidFill>
                <a:latin typeface="Averta" pitchFamily="2" charset="77"/>
              </a:rPr>
              <a:t>eum</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iriure</a:t>
            </a:r>
            <a:r>
              <a:rPr lang="en-US" sz="1000" dirty="0">
                <a:solidFill>
                  <a:schemeClr val="tx1">
                    <a:alpha val="80000"/>
                  </a:schemeClr>
                </a:solidFill>
                <a:latin typeface="Averta" pitchFamily="2" charset="77"/>
              </a:rPr>
              <a:t> dolor in </a:t>
            </a:r>
            <a:r>
              <a:rPr lang="en-US" sz="1000" dirty="0" err="1">
                <a:solidFill>
                  <a:schemeClr val="tx1">
                    <a:alpha val="80000"/>
                  </a:schemeClr>
                </a:solidFill>
                <a:latin typeface="Averta" pitchFamily="2" charset="77"/>
              </a:rPr>
              <a:t>hendrerit</a:t>
            </a:r>
            <a:r>
              <a:rPr lang="en-US" sz="1000" dirty="0">
                <a:solidFill>
                  <a:schemeClr val="tx1">
                    <a:alpha val="80000"/>
                  </a:schemeClr>
                </a:solidFill>
                <a:latin typeface="Averta" pitchFamily="2" charset="77"/>
              </a:rPr>
              <a:t> in </a:t>
            </a:r>
            <a:r>
              <a:rPr lang="en-US" sz="1000" dirty="0" err="1">
                <a:solidFill>
                  <a:schemeClr val="tx1">
                    <a:alpha val="80000"/>
                  </a:schemeClr>
                </a:solidFill>
                <a:latin typeface="Averta" pitchFamily="2" charset="77"/>
              </a:rPr>
              <a:t>vulputate</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velit</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esse</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molestie</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consequat</a:t>
            </a:r>
            <a:r>
              <a:rPr lang="en-US" sz="1000" dirty="0">
                <a:solidFill>
                  <a:schemeClr val="tx1">
                    <a:alpha val="80000"/>
                  </a:schemeClr>
                </a:solidFill>
                <a:latin typeface="Averta" pitchFamily="2" charset="77"/>
              </a:rPr>
              <a:t>, vel </a:t>
            </a:r>
            <a:r>
              <a:rPr lang="en-US" sz="1000" dirty="0" err="1">
                <a:solidFill>
                  <a:schemeClr val="tx1">
                    <a:alpha val="80000"/>
                  </a:schemeClr>
                </a:solidFill>
                <a:latin typeface="Averta" pitchFamily="2" charset="77"/>
              </a:rPr>
              <a:t>illum</a:t>
            </a:r>
            <a:r>
              <a:rPr lang="en-US" sz="1000" dirty="0">
                <a:solidFill>
                  <a:schemeClr val="tx1">
                    <a:alpha val="80000"/>
                  </a:schemeClr>
                </a:solidFill>
                <a:latin typeface="Averta" pitchFamily="2" charset="77"/>
              </a:rPr>
              <a:t> dolore </a:t>
            </a:r>
            <a:r>
              <a:rPr lang="en-US" sz="1000" dirty="0" err="1">
                <a:solidFill>
                  <a:schemeClr val="tx1">
                    <a:alpha val="80000"/>
                  </a:schemeClr>
                </a:solidFill>
                <a:latin typeface="Averta" pitchFamily="2" charset="77"/>
              </a:rPr>
              <a:t>eu</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feugiat</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nulla</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facilisis</a:t>
            </a:r>
            <a:r>
              <a:rPr lang="en-US" sz="1000" dirty="0">
                <a:solidFill>
                  <a:schemeClr val="tx1">
                    <a:alpha val="80000"/>
                  </a:schemeClr>
                </a:solidFill>
                <a:latin typeface="Averta" pitchFamily="2" charset="77"/>
              </a:rPr>
              <a:t> at </a:t>
            </a:r>
            <a:r>
              <a:rPr lang="en-US" sz="1000" dirty="0" err="1">
                <a:solidFill>
                  <a:schemeClr val="tx1">
                    <a:alpha val="80000"/>
                  </a:schemeClr>
                </a:solidFill>
                <a:latin typeface="Averta" pitchFamily="2" charset="77"/>
              </a:rPr>
              <a:t>vero</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eros</a:t>
            </a:r>
            <a:r>
              <a:rPr lang="en-US" sz="1000" dirty="0">
                <a:solidFill>
                  <a:schemeClr val="tx1">
                    <a:alpha val="80000"/>
                  </a:schemeClr>
                </a:solidFill>
                <a:latin typeface="Averta" pitchFamily="2" charset="77"/>
              </a:rPr>
              <a:t> et </a:t>
            </a:r>
            <a:r>
              <a:rPr lang="en-US" sz="1000" dirty="0" err="1">
                <a:solidFill>
                  <a:schemeClr val="tx1">
                    <a:alpha val="80000"/>
                  </a:schemeClr>
                </a:solidFill>
                <a:latin typeface="Averta" pitchFamily="2" charset="77"/>
              </a:rPr>
              <a:t>accumsan</a:t>
            </a:r>
            <a:r>
              <a:rPr lang="en-US" sz="1000" dirty="0">
                <a:solidFill>
                  <a:schemeClr val="tx1">
                    <a:alpha val="80000"/>
                  </a:schemeClr>
                </a:solidFill>
                <a:latin typeface="Averta" pitchFamily="2" charset="77"/>
              </a:rPr>
              <a:t> et </a:t>
            </a:r>
            <a:r>
              <a:rPr lang="en-US" sz="1000" dirty="0" err="1">
                <a:solidFill>
                  <a:schemeClr val="tx1">
                    <a:alpha val="80000"/>
                  </a:schemeClr>
                </a:solidFill>
                <a:latin typeface="Averta" pitchFamily="2" charset="77"/>
              </a:rPr>
              <a:t>iusto</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odio</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dignissim</a:t>
            </a:r>
            <a:r>
              <a:rPr lang="en-US" sz="1000" dirty="0">
                <a:solidFill>
                  <a:schemeClr val="tx1">
                    <a:alpha val="80000"/>
                  </a:schemeClr>
                </a:solidFill>
                <a:latin typeface="Averta" pitchFamily="2" charset="77"/>
              </a:rPr>
              <a:t> qui </a:t>
            </a:r>
            <a:r>
              <a:rPr lang="en-US" sz="1000" dirty="0" err="1">
                <a:solidFill>
                  <a:schemeClr val="tx1">
                    <a:alpha val="80000"/>
                  </a:schemeClr>
                </a:solidFill>
                <a:latin typeface="Averta" pitchFamily="2" charset="77"/>
              </a:rPr>
              <a:t>blandit</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praesent</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luptatum</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zzril</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delenit</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augue</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duis</a:t>
            </a:r>
            <a:r>
              <a:rPr lang="en-US" sz="1000" dirty="0">
                <a:solidFill>
                  <a:schemeClr val="tx1">
                    <a:alpha val="80000"/>
                  </a:schemeClr>
                </a:solidFill>
                <a:latin typeface="Averta" pitchFamily="2" charset="77"/>
              </a:rPr>
              <a:t> dolore </a:t>
            </a:r>
            <a:r>
              <a:rPr lang="en-US" sz="1000" dirty="0" err="1">
                <a:solidFill>
                  <a:schemeClr val="tx1">
                    <a:alpha val="80000"/>
                  </a:schemeClr>
                </a:solidFill>
                <a:latin typeface="Averta" pitchFamily="2" charset="77"/>
              </a:rPr>
              <a:t>te</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feugait</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nulla</a:t>
            </a:r>
            <a:r>
              <a:rPr lang="en-US" sz="1000" dirty="0">
                <a:solidFill>
                  <a:schemeClr val="tx1">
                    <a:alpha val="80000"/>
                  </a:schemeClr>
                </a:solidFill>
                <a:latin typeface="Averta" pitchFamily="2" charset="77"/>
              </a:rPr>
              <a:t> </a:t>
            </a:r>
            <a:r>
              <a:rPr lang="en-US" sz="1000" dirty="0" err="1">
                <a:solidFill>
                  <a:schemeClr val="tx1">
                    <a:alpha val="80000"/>
                  </a:schemeClr>
                </a:solidFill>
                <a:latin typeface="Averta" pitchFamily="2" charset="77"/>
              </a:rPr>
              <a:t>facilisi</a:t>
            </a:r>
            <a:r>
              <a:rPr lang="en-US" sz="1000" dirty="0">
                <a:solidFill>
                  <a:schemeClr val="tx1">
                    <a:alpha val="80000"/>
                  </a:schemeClr>
                </a:solidFill>
                <a:latin typeface="Averta" pitchFamily="2" charset="77"/>
              </a:rPr>
              <a:t>.</a:t>
            </a:r>
          </a:p>
        </p:txBody>
      </p:sp>
      <p:sp>
        <p:nvSpPr>
          <p:cNvPr id="4" name="Picture Placeholder 3"/>
          <p:cNvSpPr>
            <a:spLocks noGrp="1"/>
          </p:cNvSpPr>
          <p:nvPr>
            <p:ph type="pic" sz="quarter" idx="13"/>
          </p:nvPr>
        </p:nvSpPr>
        <p:spPr/>
      </p:sp>
      <p:sp>
        <p:nvSpPr>
          <p:cNvPr id="5" name="Picture Placeholder 4"/>
          <p:cNvSpPr>
            <a:spLocks noGrp="1"/>
          </p:cNvSpPr>
          <p:nvPr>
            <p:ph type="pic" sz="quarter" idx="12"/>
          </p:nvPr>
        </p:nvSpPr>
        <p:spPr/>
      </p:sp>
      <p:sp>
        <p:nvSpPr>
          <p:cNvPr id="6" name="Picture Placeholder 5"/>
          <p:cNvSpPr>
            <a:spLocks noGrp="1"/>
          </p:cNvSpPr>
          <p:nvPr>
            <p:ph type="pic" sz="quarter" idx="11"/>
          </p:nvPr>
        </p:nvSpPr>
        <p:spPr/>
      </p:sp>
    </p:spTree>
    <p:extLst>
      <p:ext uri="{BB962C8B-B14F-4D97-AF65-F5344CB8AC3E}">
        <p14:creationId xmlns:p14="http://schemas.microsoft.com/office/powerpoint/2010/main" val="16828453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D8D877B3-D348-4611-9BDB-C5374591D951}" type="slidenum">
              <a:rPr lang="en-US" smtClean="0"/>
              <a:pPr/>
              <a:t>3</a:t>
            </a:fld>
            <a:endParaRPr lang="en-US" dirty="0"/>
          </a:p>
        </p:txBody>
      </p:sp>
      <p:sp>
        <p:nvSpPr>
          <p:cNvPr id="6" name="Title 5"/>
          <p:cNvSpPr>
            <a:spLocks noGrp="1"/>
          </p:cNvSpPr>
          <p:nvPr>
            <p:ph type="title"/>
          </p:nvPr>
        </p:nvSpPr>
        <p:spPr>
          <a:xfrm>
            <a:off x="1866900" y="3715470"/>
            <a:ext cx="2479813" cy="1621619"/>
          </a:xfrm>
        </p:spPr>
        <p:txBody>
          <a:bodyPr/>
          <a:lstStyle/>
          <a:p>
            <a:pPr>
              <a:lnSpc>
                <a:spcPct val="100000"/>
              </a:lnSpc>
            </a:pPr>
            <a:r>
              <a:rPr lang="en-US" sz="4400" b="1" spc="0" dirty="0" err="1">
                <a:latin typeface="Averta ExtraBold" pitchFamily="2" charset="77"/>
              </a:rPr>
              <a:t>Vị</a:t>
            </a:r>
            <a:r>
              <a:rPr lang="en-US" sz="4400" b="1" spc="0" dirty="0">
                <a:latin typeface="Averta ExtraBold" pitchFamily="2" charset="77"/>
              </a:rPr>
              <a:t> </a:t>
            </a:r>
            <a:r>
              <a:rPr lang="en-US" sz="4400" b="1" spc="0" dirty="0" err="1">
                <a:latin typeface="Averta ExtraBold" pitchFamily="2" charset="77"/>
              </a:rPr>
              <a:t>trí</a:t>
            </a:r>
            <a:r>
              <a:rPr lang="en-US" sz="4400" b="1" spc="0" dirty="0">
                <a:latin typeface="Averta ExtraBold" pitchFamily="2" charset="77"/>
              </a:rPr>
              <a:t> headline</a:t>
            </a:r>
            <a:r>
              <a:rPr lang="en-US" sz="4400" b="1" spc="0" dirty="0">
                <a:solidFill>
                  <a:srgbClr val="92D050"/>
                </a:solidFill>
                <a:latin typeface="Averta ExtraBold" pitchFamily="2" charset="77"/>
              </a:rPr>
              <a:t>.</a:t>
            </a:r>
          </a:p>
        </p:txBody>
      </p:sp>
      <p:sp>
        <p:nvSpPr>
          <p:cNvPr id="10" name="TextBox 9"/>
          <p:cNvSpPr txBox="1"/>
          <p:nvPr/>
        </p:nvSpPr>
        <p:spPr>
          <a:xfrm>
            <a:off x="5748219" y="3906883"/>
            <a:ext cx="5519351" cy="1938992"/>
          </a:xfrm>
          <a:prstGeom prst="rect">
            <a:avLst/>
          </a:prstGeom>
          <a:noFill/>
        </p:spPr>
        <p:txBody>
          <a:bodyPr wrap="square" lIns="0" rIns="0" numCol="2" spcCol="365760" rtlCol="0">
            <a:spAutoFit/>
          </a:bodyPr>
          <a:lstStyle/>
          <a:p>
            <a:pPr>
              <a:lnSpc>
                <a:spcPct val="120000"/>
              </a:lnSpc>
            </a:pPr>
            <a:r>
              <a:rPr lang="en-US" sz="1000" dirty="0">
                <a:solidFill>
                  <a:schemeClr val="tx1">
                    <a:alpha val="80000"/>
                  </a:schemeClr>
                </a:solidFill>
              </a:rPr>
              <a:t>There are many variations of passages of Lorem Ipsum available, but the majority have suffered alteration in some form, by injected </a:t>
            </a:r>
            <a:r>
              <a:rPr lang="en-US" sz="1000" dirty="0" err="1">
                <a:solidFill>
                  <a:schemeClr val="tx1">
                    <a:alpha val="80000"/>
                  </a:schemeClr>
                </a:solidFill>
              </a:rPr>
              <a:t>humour</a:t>
            </a:r>
            <a:r>
              <a:rPr lang="en-US" sz="1000" dirty="0">
                <a:solidFill>
                  <a:schemeClr val="tx1">
                    <a:alpha val="80000"/>
                  </a:schemeClr>
                </a:solidFill>
              </a:rPr>
              <a:t>, or </a:t>
            </a:r>
            <a:r>
              <a:rPr lang="en-US" sz="1000" dirty="0" err="1">
                <a:solidFill>
                  <a:schemeClr val="tx1">
                    <a:alpha val="80000"/>
                  </a:schemeClr>
                </a:solidFill>
              </a:rPr>
              <a:t>randomised</a:t>
            </a:r>
            <a:r>
              <a:rPr lang="en-US" sz="1000" dirty="0">
                <a:solidFill>
                  <a:schemeClr val="tx1">
                    <a:alpha val="80000"/>
                  </a:schemeClr>
                </a:solidFill>
              </a:rPr>
              <a:t> words which don't look even slightly believable. If you are going to use a passage of Lorem Ipsum, you need to be sure there isn't anything embarrassing hidden in the middle of text. There are many variations of passages of Lorem Ipsum available, but the majority have suffered alteration in some form, by injected </a:t>
            </a:r>
            <a:r>
              <a:rPr lang="en-US" sz="1000" dirty="0" err="1">
                <a:solidFill>
                  <a:schemeClr val="tx1">
                    <a:alpha val="80000"/>
                  </a:schemeClr>
                </a:solidFill>
              </a:rPr>
              <a:t>humour.It</a:t>
            </a:r>
            <a:r>
              <a:rPr lang="en-US" sz="1000" dirty="0">
                <a:solidFill>
                  <a:schemeClr val="tx1">
                    <a:alpha val="80000"/>
                  </a:schemeClr>
                </a:solidFill>
              </a:rPr>
              <a:t> is a long established fact that a reader will be distracted by the readable content of a page when looking at its layout. </a:t>
            </a:r>
          </a:p>
          <a:p>
            <a:pPr>
              <a:lnSpc>
                <a:spcPct val="120000"/>
              </a:lnSpc>
            </a:pPr>
            <a:r>
              <a:rPr lang="en-US" sz="1000" dirty="0">
                <a:solidFill>
                  <a:schemeClr val="tx1">
                    <a:alpha val="80000"/>
                  </a:schemeClr>
                </a:solidFill>
              </a:rPr>
              <a:t>The point of using Lorem Ipsum is that it has a more-or-less normal distribution of letters, as opposed to using 'Content here, content here', making it look like readable English. </a:t>
            </a:r>
          </a:p>
        </p:txBody>
      </p:sp>
      <p:sp>
        <p:nvSpPr>
          <p:cNvPr id="3" name="Picture Placeholder 2"/>
          <p:cNvSpPr>
            <a:spLocks noGrp="1"/>
          </p:cNvSpPr>
          <p:nvPr>
            <p:ph type="pic" sz="quarter" idx="11"/>
          </p:nvPr>
        </p:nvSpPr>
        <p:spPr/>
      </p:sp>
    </p:spTree>
    <p:extLst>
      <p:ext uri="{BB962C8B-B14F-4D97-AF65-F5344CB8AC3E}">
        <p14:creationId xmlns:p14="http://schemas.microsoft.com/office/powerpoint/2010/main" val="2134110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6900" y="491105"/>
            <a:ext cx="4229100" cy="1621619"/>
          </a:xfrm>
        </p:spPr>
        <p:txBody>
          <a:bodyPr/>
          <a:lstStyle/>
          <a:p>
            <a:r>
              <a:rPr lang="en-US" sz="4400" b="1" spc="0" dirty="0" err="1">
                <a:latin typeface="Averta ExtraBold" pitchFamily="2" charset="77"/>
              </a:rPr>
              <a:t>Các</a:t>
            </a:r>
            <a:r>
              <a:rPr lang="en-US" sz="4400" b="1" spc="0" dirty="0">
                <a:latin typeface="Averta ExtraBold" pitchFamily="2" charset="77"/>
              </a:rPr>
              <a:t> </a:t>
            </a:r>
            <a:r>
              <a:rPr lang="en-US" sz="4400" b="1" spc="0" dirty="0" err="1">
                <a:latin typeface="Averta ExtraBold" pitchFamily="2" charset="77"/>
              </a:rPr>
              <a:t>biểu</a:t>
            </a:r>
            <a:r>
              <a:rPr lang="en-US" sz="4400" b="1" spc="0" dirty="0">
                <a:latin typeface="Averta ExtraBold" pitchFamily="2" charset="77"/>
              </a:rPr>
              <a:t> </a:t>
            </a:r>
            <a:r>
              <a:rPr lang="en-US" sz="4400" b="1" spc="0" dirty="0" err="1">
                <a:latin typeface="Averta ExtraBold" pitchFamily="2" charset="77"/>
              </a:rPr>
              <a:t>đồ</a:t>
            </a:r>
            <a:r>
              <a:rPr lang="en-US" sz="4400" b="1" spc="0" dirty="0">
                <a:solidFill>
                  <a:srgbClr val="92D050"/>
                </a:solidFill>
                <a:latin typeface="Averta ExtraBold" pitchFamily="2" charset="77"/>
              </a:rPr>
              <a:t>.</a:t>
            </a:r>
          </a:p>
        </p:txBody>
      </p:sp>
      <p:graphicFrame>
        <p:nvGraphicFramePr>
          <p:cNvPr id="4" name="Chart 4"/>
          <p:cNvGraphicFramePr/>
          <p:nvPr>
            <p:extLst>
              <p:ext uri="{D42A27DB-BD31-4B8C-83A1-F6EECF244321}">
                <p14:modId xmlns:p14="http://schemas.microsoft.com/office/powerpoint/2010/main" val="1433216139"/>
              </p:ext>
            </p:extLst>
          </p:nvPr>
        </p:nvGraphicFramePr>
        <p:xfrm>
          <a:off x="1429734" y="2336572"/>
          <a:ext cx="2722636" cy="2152650"/>
        </p:xfrm>
        <a:graphic>
          <a:graphicData uri="http://schemas.openxmlformats.org/drawingml/2006/chart">
            <c:chart xmlns:c="http://schemas.openxmlformats.org/drawingml/2006/chart" xmlns:r="http://schemas.openxmlformats.org/officeDocument/2006/relationships" r:id="rId2"/>
          </a:graphicData>
        </a:graphic>
      </p:graphicFrame>
      <p:sp>
        <p:nvSpPr>
          <p:cNvPr id="5" name="Текст 7"/>
          <p:cNvSpPr txBox="1">
            <a:spLocks/>
          </p:cNvSpPr>
          <p:nvPr/>
        </p:nvSpPr>
        <p:spPr>
          <a:xfrm>
            <a:off x="2208592" y="3143019"/>
            <a:ext cx="1164908" cy="523874"/>
          </a:xfrm>
          <a:prstGeom prst="rect">
            <a:avLst/>
          </a:prstGeom>
        </p:spPr>
        <p:txBody>
          <a:bodyPr tIns="0" anchor="ctr" anchorCtr="0">
            <a:noAutofit/>
          </a:bodyPr>
          <a:lstStyle>
            <a:lvl1pPr marL="0" marR="0" indent="0" algn="ctr" defTabSz="914318" rtl="0" eaLnBrk="1" fontAlgn="auto" latinLnBrk="0" hangingPunct="1">
              <a:lnSpc>
                <a:spcPct val="145000"/>
              </a:lnSpc>
              <a:spcBef>
                <a:spcPts val="0"/>
              </a:spcBef>
              <a:spcAft>
                <a:spcPts val="0"/>
              </a:spcAft>
              <a:buClrTx/>
              <a:buSzTx/>
              <a:buFont typeface="Arial" panose="020B0604020202020204" pitchFamily="34" charset="0"/>
              <a:buNone/>
              <a:tabLst/>
              <a:defRPr sz="1800" b="0" i="0" kern="1200" baseline="0">
                <a:solidFill>
                  <a:schemeClr val="tx1"/>
                </a:solidFill>
                <a:latin typeface="+mj-lt"/>
                <a:ea typeface="Source Sans Pro" charset="0"/>
                <a:cs typeface="Source Sans Pro" charset="0"/>
              </a:defRPr>
            </a:lvl1pPr>
            <a:lvl2pPr marL="685800" indent="-228600" algn="ctr" defTabSz="914400" rtl="0" eaLnBrk="1" latinLnBrk="0" hangingPunct="1">
              <a:lnSpc>
                <a:spcPct val="90000"/>
              </a:lnSpc>
              <a:spcBef>
                <a:spcPts val="500"/>
              </a:spcBef>
              <a:buFont typeface="Arial"/>
              <a:buChar char="•"/>
              <a:defRPr sz="2400" b="0" i="0" kern="1200">
                <a:solidFill>
                  <a:schemeClr val="tx1">
                    <a:alpha val="60000"/>
                  </a:schemeClr>
                </a:solidFill>
                <a:latin typeface="Source Sans Pro" charset="0"/>
                <a:ea typeface="Source Sans Pro" charset="0"/>
                <a:cs typeface="Source Sans Pro" charset="0"/>
              </a:defRPr>
            </a:lvl2pPr>
            <a:lvl3pPr marL="1143000" indent="-228600" algn="ctr" defTabSz="914400" rtl="0" eaLnBrk="1" latinLnBrk="0" hangingPunct="1">
              <a:lnSpc>
                <a:spcPct val="90000"/>
              </a:lnSpc>
              <a:spcBef>
                <a:spcPts val="500"/>
              </a:spcBef>
              <a:buFont typeface="Arial"/>
              <a:buChar char="•"/>
              <a:defRPr sz="2000" b="0" i="0" kern="1200">
                <a:solidFill>
                  <a:schemeClr val="tx1">
                    <a:alpha val="60000"/>
                  </a:schemeClr>
                </a:solidFill>
                <a:latin typeface="Source Sans Pro" charset="0"/>
                <a:ea typeface="Source Sans Pro" charset="0"/>
                <a:cs typeface="Source Sans Pro" charset="0"/>
              </a:defRPr>
            </a:lvl3pPr>
            <a:lvl4pPr marL="1600200" indent="-228600" algn="ctr" defTabSz="914400" rtl="0" eaLnBrk="1" latinLnBrk="0" hangingPunct="1">
              <a:lnSpc>
                <a:spcPct val="150000"/>
              </a:lnSpc>
              <a:spcBef>
                <a:spcPts val="500"/>
              </a:spcBef>
              <a:buFont typeface="Arial"/>
              <a:buChar char="•"/>
              <a:defRPr sz="1800" b="0" i="0" kern="1200">
                <a:solidFill>
                  <a:schemeClr val="tx1">
                    <a:alpha val="60000"/>
                  </a:schemeClr>
                </a:solidFill>
                <a:latin typeface="Source Sans Pro" charset="0"/>
                <a:ea typeface="Source Sans Pro" charset="0"/>
                <a:cs typeface="Source Sans Pro" charset="0"/>
              </a:defRPr>
            </a:lvl4pPr>
            <a:lvl5pPr marL="2057400" indent="-228600" algn="ctr" defTabSz="914400" rtl="0" eaLnBrk="1" latinLnBrk="0" hangingPunct="1">
              <a:lnSpc>
                <a:spcPct val="90000"/>
              </a:lnSpc>
              <a:spcBef>
                <a:spcPts val="500"/>
              </a:spcBef>
              <a:buFont typeface="Arial"/>
              <a:buChar char="•"/>
              <a:defRPr sz="1800" b="0" i="0" kern="1200">
                <a:solidFill>
                  <a:schemeClr val="tx1">
                    <a:alpha val="60000"/>
                  </a:schemeClr>
                </a:solidFill>
                <a:latin typeface="Source Sans Pro" charset="0"/>
                <a:ea typeface="Source Sans Pro" charset="0"/>
                <a:cs typeface="Source Sans Pro"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defRPr/>
            </a:pPr>
            <a:r>
              <a:rPr lang="en-US" sz="2800" dirty="0">
                <a:ea typeface="Butler" charset="0"/>
                <a:cs typeface="Butler" charset="0"/>
              </a:rPr>
              <a:t>50%</a:t>
            </a:r>
          </a:p>
        </p:txBody>
      </p:sp>
      <p:graphicFrame>
        <p:nvGraphicFramePr>
          <p:cNvPr id="6" name="Chart 5"/>
          <p:cNvGraphicFramePr/>
          <p:nvPr>
            <p:extLst>
              <p:ext uri="{D42A27DB-BD31-4B8C-83A1-F6EECF244321}">
                <p14:modId xmlns:p14="http://schemas.microsoft.com/office/powerpoint/2010/main" val="651736919"/>
              </p:ext>
            </p:extLst>
          </p:nvPr>
        </p:nvGraphicFramePr>
        <p:xfrm>
          <a:off x="3987542" y="2336572"/>
          <a:ext cx="2722636" cy="2152650"/>
        </p:xfrm>
        <a:graphic>
          <a:graphicData uri="http://schemas.openxmlformats.org/drawingml/2006/chart">
            <c:chart xmlns:c="http://schemas.openxmlformats.org/drawingml/2006/chart" xmlns:r="http://schemas.openxmlformats.org/officeDocument/2006/relationships" r:id="rId3"/>
          </a:graphicData>
        </a:graphic>
      </p:graphicFrame>
      <p:sp>
        <p:nvSpPr>
          <p:cNvPr id="7" name="Текст 7"/>
          <p:cNvSpPr txBox="1">
            <a:spLocks/>
          </p:cNvSpPr>
          <p:nvPr/>
        </p:nvSpPr>
        <p:spPr>
          <a:xfrm>
            <a:off x="4766401" y="3143019"/>
            <a:ext cx="1164908" cy="523874"/>
          </a:xfrm>
          <a:prstGeom prst="rect">
            <a:avLst/>
          </a:prstGeom>
        </p:spPr>
        <p:txBody>
          <a:bodyPr tIns="0" anchor="ctr" anchorCtr="0">
            <a:noAutofit/>
          </a:bodyPr>
          <a:lstStyle>
            <a:lvl1pPr marL="0" marR="0" indent="0" algn="ctr" defTabSz="914318" rtl="0" eaLnBrk="1" fontAlgn="auto" latinLnBrk="0" hangingPunct="1">
              <a:lnSpc>
                <a:spcPct val="145000"/>
              </a:lnSpc>
              <a:spcBef>
                <a:spcPts val="0"/>
              </a:spcBef>
              <a:spcAft>
                <a:spcPts val="0"/>
              </a:spcAft>
              <a:buClrTx/>
              <a:buSzTx/>
              <a:buFont typeface="Arial" panose="020B0604020202020204" pitchFamily="34" charset="0"/>
              <a:buNone/>
              <a:tabLst/>
              <a:defRPr sz="1800" b="0" i="0" kern="1200" baseline="0">
                <a:solidFill>
                  <a:schemeClr val="tx1"/>
                </a:solidFill>
                <a:latin typeface="+mj-lt"/>
                <a:ea typeface="Source Sans Pro" charset="0"/>
                <a:cs typeface="Source Sans Pro" charset="0"/>
              </a:defRPr>
            </a:lvl1pPr>
            <a:lvl2pPr marL="685800" indent="-228600" algn="ctr" defTabSz="914400" rtl="0" eaLnBrk="1" latinLnBrk="0" hangingPunct="1">
              <a:lnSpc>
                <a:spcPct val="90000"/>
              </a:lnSpc>
              <a:spcBef>
                <a:spcPts val="500"/>
              </a:spcBef>
              <a:buFont typeface="Arial"/>
              <a:buChar char="•"/>
              <a:defRPr sz="2400" b="0" i="0" kern="1200">
                <a:solidFill>
                  <a:schemeClr val="tx1">
                    <a:alpha val="60000"/>
                  </a:schemeClr>
                </a:solidFill>
                <a:latin typeface="Source Sans Pro" charset="0"/>
                <a:ea typeface="Source Sans Pro" charset="0"/>
                <a:cs typeface="Source Sans Pro" charset="0"/>
              </a:defRPr>
            </a:lvl2pPr>
            <a:lvl3pPr marL="1143000" indent="-228600" algn="ctr" defTabSz="914400" rtl="0" eaLnBrk="1" latinLnBrk="0" hangingPunct="1">
              <a:lnSpc>
                <a:spcPct val="90000"/>
              </a:lnSpc>
              <a:spcBef>
                <a:spcPts val="500"/>
              </a:spcBef>
              <a:buFont typeface="Arial"/>
              <a:buChar char="•"/>
              <a:defRPr sz="2000" b="0" i="0" kern="1200">
                <a:solidFill>
                  <a:schemeClr val="tx1">
                    <a:alpha val="60000"/>
                  </a:schemeClr>
                </a:solidFill>
                <a:latin typeface="Source Sans Pro" charset="0"/>
                <a:ea typeface="Source Sans Pro" charset="0"/>
                <a:cs typeface="Source Sans Pro" charset="0"/>
              </a:defRPr>
            </a:lvl3pPr>
            <a:lvl4pPr marL="1600200" indent="-228600" algn="ctr" defTabSz="914400" rtl="0" eaLnBrk="1" latinLnBrk="0" hangingPunct="1">
              <a:lnSpc>
                <a:spcPct val="150000"/>
              </a:lnSpc>
              <a:spcBef>
                <a:spcPts val="500"/>
              </a:spcBef>
              <a:buFont typeface="Arial"/>
              <a:buChar char="•"/>
              <a:defRPr sz="1800" b="0" i="0" kern="1200">
                <a:solidFill>
                  <a:schemeClr val="tx1">
                    <a:alpha val="60000"/>
                  </a:schemeClr>
                </a:solidFill>
                <a:latin typeface="Source Sans Pro" charset="0"/>
                <a:ea typeface="Source Sans Pro" charset="0"/>
                <a:cs typeface="Source Sans Pro" charset="0"/>
              </a:defRPr>
            </a:lvl4pPr>
            <a:lvl5pPr marL="2057400" indent="-228600" algn="ctr" defTabSz="914400" rtl="0" eaLnBrk="1" latinLnBrk="0" hangingPunct="1">
              <a:lnSpc>
                <a:spcPct val="90000"/>
              </a:lnSpc>
              <a:spcBef>
                <a:spcPts val="500"/>
              </a:spcBef>
              <a:buFont typeface="Arial"/>
              <a:buChar char="•"/>
              <a:defRPr sz="1800" b="0" i="0" kern="1200">
                <a:solidFill>
                  <a:schemeClr val="tx1">
                    <a:alpha val="60000"/>
                  </a:schemeClr>
                </a:solidFill>
                <a:latin typeface="Source Sans Pro" charset="0"/>
                <a:ea typeface="Source Sans Pro" charset="0"/>
                <a:cs typeface="Source Sans Pro"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defRPr/>
            </a:pPr>
            <a:r>
              <a:rPr lang="en-US" sz="2800">
                <a:ea typeface="Butler" charset="0"/>
                <a:cs typeface="Butler" charset="0"/>
              </a:rPr>
              <a:t>30%</a:t>
            </a:r>
            <a:endParaRPr lang="en-US" sz="2800" dirty="0">
              <a:ea typeface="Butler" charset="0"/>
              <a:cs typeface="Butler" charset="0"/>
            </a:endParaRPr>
          </a:p>
        </p:txBody>
      </p:sp>
      <p:graphicFrame>
        <p:nvGraphicFramePr>
          <p:cNvPr id="8" name="Chart 4"/>
          <p:cNvGraphicFramePr/>
          <p:nvPr>
            <p:extLst>
              <p:ext uri="{D42A27DB-BD31-4B8C-83A1-F6EECF244321}">
                <p14:modId xmlns:p14="http://schemas.microsoft.com/office/powerpoint/2010/main" val="1575797933"/>
              </p:ext>
            </p:extLst>
          </p:nvPr>
        </p:nvGraphicFramePr>
        <p:xfrm>
          <a:off x="6565547" y="2336572"/>
          <a:ext cx="2722636" cy="2152650"/>
        </p:xfrm>
        <a:graphic>
          <a:graphicData uri="http://schemas.openxmlformats.org/drawingml/2006/chart">
            <c:chart xmlns:c="http://schemas.openxmlformats.org/drawingml/2006/chart" xmlns:r="http://schemas.openxmlformats.org/officeDocument/2006/relationships" r:id="rId4"/>
          </a:graphicData>
        </a:graphic>
      </p:graphicFrame>
      <p:sp>
        <p:nvSpPr>
          <p:cNvPr id="9" name="Текст 7"/>
          <p:cNvSpPr txBox="1">
            <a:spLocks/>
          </p:cNvSpPr>
          <p:nvPr/>
        </p:nvSpPr>
        <p:spPr>
          <a:xfrm>
            <a:off x="7344406" y="3143019"/>
            <a:ext cx="1164908" cy="523874"/>
          </a:xfrm>
          <a:prstGeom prst="rect">
            <a:avLst/>
          </a:prstGeom>
        </p:spPr>
        <p:txBody>
          <a:bodyPr tIns="0" anchor="ctr" anchorCtr="0">
            <a:noAutofit/>
          </a:bodyPr>
          <a:lstStyle>
            <a:lvl1pPr marL="0" marR="0" indent="0" algn="ctr" defTabSz="914318" rtl="0" eaLnBrk="1" fontAlgn="auto" latinLnBrk="0" hangingPunct="1">
              <a:lnSpc>
                <a:spcPct val="145000"/>
              </a:lnSpc>
              <a:spcBef>
                <a:spcPts val="0"/>
              </a:spcBef>
              <a:spcAft>
                <a:spcPts val="0"/>
              </a:spcAft>
              <a:buClrTx/>
              <a:buSzTx/>
              <a:buFont typeface="Arial" panose="020B0604020202020204" pitchFamily="34" charset="0"/>
              <a:buNone/>
              <a:tabLst/>
              <a:defRPr sz="1800" b="0" i="0" kern="1200" baseline="0">
                <a:solidFill>
                  <a:schemeClr val="tx1"/>
                </a:solidFill>
                <a:latin typeface="+mj-lt"/>
                <a:ea typeface="Source Sans Pro" charset="0"/>
                <a:cs typeface="Source Sans Pro" charset="0"/>
              </a:defRPr>
            </a:lvl1pPr>
            <a:lvl2pPr marL="685800" indent="-228600" algn="ctr" defTabSz="914400" rtl="0" eaLnBrk="1" latinLnBrk="0" hangingPunct="1">
              <a:lnSpc>
                <a:spcPct val="90000"/>
              </a:lnSpc>
              <a:spcBef>
                <a:spcPts val="500"/>
              </a:spcBef>
              <a:buFont typeface="Arial"/>
              <a:buChar char="•"/>
              <a:defRPr sz="2400" b="0" i="0" kern="1200">
                <a:solidFill>
                  <a:schemeClr val="tx1">
                    <a:alpha val="60000"/>
                  </a:schemeClr>
                </a:solidFill>
                <a:latin typeface="Source Sans Pro" charset="0"/>
                <a:ea typeface="Source Sans Pro" charset="0"/>
                <a:cs typeface="Source Sans Pro" charset="0"/>
              </a:defRPr>
            </a:lvl2pPr>
            <a:lvl3pPr marL="1143000" indent="-228600" algn="ctr" defTabSz="914400" rtl="0" eaLnBrk="1" latinLnBrk="0" hangingPunct="1">
              <a:lnSpc>
                <a:spcPct val="90000"/>
              </a:lnSpc>
              <a:spcBef>
                <a:spcPts val="500"/>
              </a:spcBef>
              <a:buFont typeface="Arial"/>
              <a:buChar char="•"/>
              <a:defRPr sz="2000" b="0" i="0" kern="1200">
                <a:solidFill>
                  <a:schemeClr val="tx1">
                    <a:alpha val="60000"/>
                  </a:schemeClr>
                </a:solidFill>
                <a:latin typeface="Source Sans Pro" charset="0"/>
                <a:ea typeface="Source Sans Pro" charset="0"/>
                <a:cs typeface="Source Sans Pro" charset="0"/>
              </a:defRPr>
            </a:lvl3pPr>
            <a:lvl4pPr marL="1600200" indent="-228600" algn="ctr" defTabSz="914400" rtl="0" eaLnBrk="1" latinLnBrk="0" hangingPunct="1">
              <a:lnSpc>
                <a:spcPct val="150000"/>
              </a:lnSpc>
              <a:spcBef>
                <a:spcPts val="500"/>
              </a:spcBef>
              <a:buFont typeface="Arial"/>
              <a:buChar char="•"/>
              <a:defRPr sz="1800" b="0" i="0" kern="1200">
                <a:solidFill>
                  <a:schemeClr val="tx1">
                    <a:alpha val="60000"/>
                  </a:schemeClr>
                </a:solidFill>
                <a:latin typeface="Source Sans Pro" charset="0"/>
                <a:ea typeface="Source Sans Pro" charset="0"/>
                <a:cs typeface="Source Sans Pro" charset="0"/>
              </a:defRPr>
            </a:lvl4pPr>
            <a:lvl5pPr marL="2057400" indent="-228600" algn="ctr" defTabSz="914400" rtl="0" eaLnBrk="1" latinLnBrk="0" hangingPunct="1">
              <a:lnSpc>
                <a:spcPct val="90000"/>
              </a:lnSpc>
              <a:spcBef>
                <a:spcPts val="500"/>
              </a:spcBef>
              <a:buFont typeface="Arial"/>
              <a:buChar char="•"/>
              <a:defRPr sz="1800" b="0" i="0" kern="1200">
                <a:solidFill>
                  <a:schemeClr val="tx1">
                    <a:alpha val="60000"/>
                  </a:schemeClr>
                </a:solidFill>
                <a:latin typeface="Source Sans Pro" charset="0"/>
                <a:ea typeface="Source Sans Pro" charset="0"/>
                <a:cs typeface="Source Sans Pro"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defRPr/>
            </a:pPr>
            <a:r>
              <a:rPr lang="en-US" sz="2800">
                <a:ea typeface="Butler" charset="0"/>
                <a:cs typeface="Butler" charset="0"/>
              </a:rPr>
              <a:t>10%</a:t>
            </a:r>
            <a:endParaRPr lang="en-US" sz="2800" dirty="0">
              <a:ea typeface="Butler" charset="0"/>
              <a:cs typeface="Butler" charset="0"/>
            </a:endParaRPr>
          </a:p>
        </p:txBody>
      </p:sp>
      <p:graphicFrame>
        <p:nvGraphicFramePr>
          <p:cNvPr id="10" name="Chart 4"/>
          <p:cNvGraphicFramePr/>
          <p:nvPr>
            <p:extLst>
              <p:ext uri="{D42A27DB-BD31-4B8C-83A1-F6EECF244321}">
                <p14:modId xmlns:p14="http://schemas.microsoft.com/office/powerpoint/2010/main" val="1667525127"/>
              </p:ext>
            </p:extLst>
          </p:nvPr>
        </p:nvGraphicFramePr>
        <p:xfrm>
          <a:off x="9144363" y="2336572"/>
          <a:ext cx="2722636" cy="2152650"/>
        </p:xfrm>
        <a:graphic>
          <a:graphicData uri="http://schemas.openxmlformats.org/drawingml/2006/chart">
            <c:chart xmlns:c="http://schemas.openxmlformats.org/drawingml/2006/chart" xmlns:r="http://schemas.openxmlformats.org/officeDocument/2006/relationships" r:id="rId5"/>
          </a:graphicData>
        </a:graphic>
      </p:graphicFrame>
      <p:sp>
        <p:nvSpPr>
          <p:cNvPr id="11" name="Текст 7"/>
          <p:cNvSpPr txBox="1">
            <a:spLocks/>
          </p:cNvSpPr>
          <p:nvPr/>
        </p:nvSpPr>
        <p:spPr>
          <a:xfrm>
            <a:off x="9923222" y="3143019"/>
            <a:ext cx="1164908" cy="523874"/>
          </a:xfrm>
          <a:prstGeom prst="rect">
            <a:avLst/>
          </a:prstGeom>
        </p:spPr>
        <p:txBody>
          <a:bodyPr tIns="0" anchor="ctr" anchorCtr="0">
            <a:noAutofit/>
          </a:bodyPr>
          <a:lstStyle>
            <a:lvl1pPr marL="0" marR="0" indent="0" algn="ctr" defTabSz="914318" rtl="0" eaLnBrk="1" fontAlgn="auto" latinLnBrk="0" hangingPunct="1">
              <a:lnSpc>
                <a:spcPct val="145000"/>
              </a:lnSpc>
              <a:spcBef>
                <a:spcPts val="0"/>
              </a:spcBef>
              <a:spcAft>
                <a:spcPts val="0"/>
              </a:spcAft>
              <a:buClrTx/>
              <a:buSzTx/>
              <a:buFont typeface="Arial" panose="020B0604020202020204" pitchFamily="34" charset="0"/>
              <a:buNone/>
              <a:tabLst/>
              <a:defRPr sz="1800" b="0" i="0" kern="1200" baseline="0">
                <a:solidFill>
                  <a:schemeClr val="tx1"/>
                </a:solidFill>
                <a:latin typeface="+mj-lt"/>
                <a:ea typeface="Source Sans Pro" charset="0"/>
                <a:cs typeface="Source Sans Pro" charset="0"/>
              </a:defRPr>
            </a:lvl1pPr>
            <a:lvl2pPr marL="685800" indent="-228600" algn="ctr" defTabSz="914400" rtl="0" eaLnBrk="1" latinLnBrk="0" hangingPunct="1">
              <a:lnSpc>
                <a:spcPct val="90000"/>
              </a:lnSpc>
              <a:spcBef>
                <a:spcPts val="500"/>
              </a:spcBef>
              <a:buFont typeface="Arial"/>
              <a:buChar char="•"/>
              <a:defRPr sz="2400" b="0" i="0" kern="1200">
                <a:solidFill>
                  <a:schemeClr val="tx1">
                    <a:alpha val="60000"/>
                  </a:schemeClr>
                </a:solidFill>
                <a:latin typeface="Source Sans Pro" charset="0"/>
                <a:ea typeface="Source Sans Pro" charset="0"/>
                <a:cs typeface="Source Sans Pro" charset="0"/>
              </a:defRPr>
            </a:lvl2pPr>
            <a:lvl3pPr marL="1143000" indent="-228600" algn="ctr" defTabSz="914400" rtl="0" eaLnBrk="1" latinLnBrk="0" hangingPunct="1">
              <a:lnSpc>
                <a:spcPct val="90000"/>
              </a:lnSpc>
              <a:spcBef>
                <a:spcPts val="500"/>
              </a:spcBef>
              <a:buFont typeface="Arial"/>
              <a:buChar char="•"/>
              <a:defRPr sz="2000" b="0" i="0" kern="1200">
                <a:solidFill>
                  <a:schemeClr val="tx1">
                    <a:alpha val="60000"/>
                  </a:schemeClr>
                </a:solidFill>
                <a:latin typeface="Source Sans Pro" charset="0"/>
                <a:ea typeface="Source Sans Pro" charset="0"/>
                <a:cs typeface="Source Sans Pro" charset="0"/>
              </a:defRPr>
            </a:lvl3pPr>
            <a:lvl4pPr marL="1600200" indent="-228600" algn="ctr" defTabSz="914400" rtl="0" eaLnBrk="1" latinLnBrk="0" hangingPunct="1">
              <a:lnSpc>
                <a:spcPct val="150000"/>
              </a:lnSpc>
              <a:spcBef>
                <a:spcPts val="500"/>
              </a:spcBef>
              <a:buFont typeface="Arial"/>
              <a:buChar char="•"/>
              <a:defRPr sz="1800" b="0" i="0" kern="1200">
                <a:solidFill>
                  <a:schemeClr val="tx1">
                    <a:alpha val="60000"/>
                  </a:schemeClr>
                </a:solidFill>
                <a:latin typeface="Source Sans Pro" charset="0"/>
                <a:ea typeface="Source Sans Pro" charset="0"/>
                <a:cs typeface="Source Sans Pro" charset="0"/>
              </a:defRPr>
            </a:lvl4pPr>
            <a:lvl5pPr marL="2057400" indent="-228600" algn="ctr" defTabSz="914400" rtl="0" eaLnBrk="1" latinLnBrk="0" hangingPunct="1">
              <a:lnSpc>
                <a:spcPct val="90000"/>
              </a:lnSpc>
              <a:spcBef>
                <a:spcPts val="500"/>
              </a:spcBef>
              <a:buFont typeface="Arial"/>
              <a:buChar char="•"/>
              <a:defRPr sz="1800" b="0" i="0" kern="1200">
                <a:solidFill>
                  <a:schemeClr val="tx1">
                    <a:alpha val="60000"/>
                  </a:schemeClr>
                </a:solidFill>
                <a:latin typeface="Source Sans Pro" charset="0"/>
                <a:ea typeface="Source Sans Pro" charset="0"/>
                <a:cs typeface="Source Sans Pro"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defRPr/>
            </a:pPr>
            <a:r>
              <a:rPr lang="en-US" sz="2800">
                <a:ea typeface="Butler" charset="0"/>
                <a:cs typeface="Butler" charset="0"/>
              </a:rPr>
              <a:t>20%</a:t>
            </a:r>
            <a:endParaRPr lang="en-US" sz="2800" dirty="0">
              <a:ea typeface="Butler" charset="0"/>
              <a:cs typeface="Butler" charset="0"/>
            </a:endParaRPr>
          </a:p>
        </p:txBody>
      </p:sp>
      <p:sp>
        <p:nvSpPr>
          <p:cNvPr id="22" name="TextBox 21"/>
          <p:cNvSpPr txBox="1"/>
          <p:nvPr/>
        </p:nvSpPr>
        <p:spPr>
          <a:xfrm>
            <a:off x="1866900" y="4713070"/>
            <a:ext cx="2153165" cy="235449"/>
          </a:xfrm>
          <a:prstGeom prst="rect">
            <a:avLst/>
          </a:prstGeom>
          <a:noFill/>
        </p:spPr>
        <p:txBody>
          <a:bodyPr wrap="square" lIns="0" rIns="0" rtlCol="0">
            <a:spAutoFit/>
          </a:bodyPr>
          <a:lstStyle/>
          <a:p>
            <a:pPr>
              <a:lnSpc>
                <a:spcPct val="70000"/>
              </a:lnSpc>
            </a:pPr>
            <a:r>
              <a:rPr lang="en-US" sz="1200" dirty="0">
                <a:latin typeface="+mj-lt"/>
              </a:rPr>
              <a:t>CHART TITLE HERE</a:t>
            </a:r>
            <a:endParaRPr lang="en-US" sz="1200" dirty="0">
              <a:solidFill>
                <a:schemeClr val="accent1"/>
              </a:solidFill>
              <a:latin typeface="+mj-lt"/>
            </a:endParaRPr>
          </a:p>
        </p:txBody>
      </p:sp>
      <p:sp>
        <p:nvSpPr>
          <p:cNvPr id="23" name="TextBox 22"/>
          <p:cNvSpPr txBox="1"/>
          <p:nvPr/>
        </p:nvSpPr>
        <p:spPr>
          <a:xfrm>
            <a:off x="1866901" y="4993861"/>
            <a:ext cx="2120642" cy="646331"/>
          </a:xfrm>
          <a:prstGeom prst="rect">
            <a:avLst/>
          </a:prstGeom>
          <a:noFill/>
        </p:spPr>
        <p:txBody>
          <a:bodyPr wrap="square" lIns="0" rIns="0" rtlCol="0">
            <a:spAutoFit/>
          </a:bodyPr>
          <a:lstStyle/>
          <a:p>
            <a:pPr>
              <a:lnSpc>
                <a:spcPct val="120000"/>
              </a:lnSpc>
            </a:pPr>
            <a:r>
              <a:rPr lang="en-US" sz="1000" dirty="0">
                <a:solidFill>
                  <a:schemeClr val="tx1">
                    <a:alpha val="80000"/>
                  </a:schemeClr>
                </a:solidFill>
              </a:rPr>
              <a:t>There are many variations of passages of Lorem Ipsum available, but the majority have.</a:t>
            </a:r>
          </a:p>
        </p:txBody>
      </p:sp>
      <p:sp>
        <p:nvSpPr>
          <p:cNvPr id="24" name="TextBox 23"/>
          <p:cNvSpPr txBox="1"/>
          <p:nvPr/>
        </p:nvSpPr>
        <p:spPr>
          <a:xfrm>
            <a:off x="4445334" y="4713070"/>
            <a:ext cx="2153165" cy="235449"/>
          </a:xfrm>
          <a:prstGeom prst="rect">
            <a:avLst/>
          </a:prstGeom>
          <a:noFill/>
        </p:spPr>
        <p:txBody>
          <a:bodyPr wrap="square" lIns="0" rIns="0" rtlCol="0">
            <a:spAutoFit/>
          </a:bodyPr>
          <a:lstStyle/>
          <a:p>
            <a:pPr>
              <a:lnSpc>
                <a:spcPct val="70000"/>
              </a:lnSpc>
            </a:pPr>
            <a:r>
              <a:rPr lang="en-US" sz="1200" dirty="0">
                <a:latin typeface="+mj-lt"/>
              </a:rPr>
              <a:t>CHART TITLE HERE</a:t>
            </a:r>
            <a:endParaRPr lang="en-US" sz="1200" dirty="0">
              <a:solidFill>
                <a:schemeClr val="accent1"/>
              </a:solidFill>
              <a:latin typeface="+mj-lt"/>
            </a:endParaRPr>
          </a:p>
        </p:txBody>
      </p:sp>
      <p:sp>
        <p:nvSpPr>
          <p:cNvPr id="25" name="TextBox 24"/>
          <p:cNvSpPr txBox="1"/>
          <p:nvPr/>
        </p:nvSpPr>
        <p:spPr>
          <a:xfrm>
            <a:off x="4445335" y="4993861"/>
            <a:ext cx="2120642" cy="646331"/>
          </a:xfrm>
          <a:prstGeom prst="rect">
            <a:avLst/>
          </a:prstGeom>
          <a:noFill/>
        </p:spPr>
        <p:txBody>
          <a:bodyPr wrap="square" lIns="0" rIns="0" rtlCol="0">
            <a:spAutoFit/>
          </a:bodyPr>
          <a:lstStyle/>
          <a:p>
            <a:pPr>
              <a:lnSpc>
                <a:spcPct val="120000"/>
              </a:lnSpc>
            </a:pPr>
            <a:r>
              <a:rPr lang="en-US" sz="1000" dirty="0">
                <a:solidFill>
                  <a:schemeClr val="tx1">
                    <a:alpha val="80000"/>
                  </a:schemeClr>
                </a:solidFill>
              </a:rPr>
              <a:t>There are many variations of passages of Lorem Ipsum available, but the majority have.</a:t>
            </a:r>
          </a:p>
        </p:txBody>
      </p:sp>
      <p:sp>
        <p:nvSpPr>
          <p:cNvPr id="26" name="TextBox 25"/>
          <p:cNvSpPr txBox="1"/>
          <p:nvPr/>
        </p:nvSpPr>
        <p:spPr>
          <a:xfrm>
            <a:off x="7023768" y="4713070"/>
            <a:ext cx="2153165" cy="235449"/>
          </a:xfrm>
          <a:prstGeom prst="rect">
            <a:avLst/>
          </a:prstGeom>
          <a:noFill/>
        </p:spPr>
        <p:txBody>
          <a:bodyPr wrap="square" lIns="0" rIns="0" rtlCol="0">
            <a:spAutoFit/>
          </a:bodyPr>
          <a:lstStyle/>
          <a:p>
            <a:pPr>
              <a:lnSpc>
                <a:spcPct val="70000"/>
              </a:lnSpc>
            </a:pPr>
            <a:r>
              <a:rPr lang="en-US" sz="1200" dirty="0">
                <a:latin typeface="+mj-lt"/>
              </a:rPr>
              <a:t>CHART TITLE HERE</a:t>
            </a:r>
            <a:endParaRPr lang="en-US" sz="1200" dirty="0">
              <a:solidFill>
                <a:schemeClr val="accent1"/>
              </a:solidFill>
              <a:latin typeface="+mj-lt"/>
            </a:endParaRPr>
          </a:p>
        </p:txBody>
      </p:sp>
      <p:sp>
        <p:nvSpPr>
          <p:cNvPr id="27" name="TextBox 26"/>
          <p:cNvSpPr txBox="1"/>
          <p:nvPr/>
        </p:nvSpPr>
        <p:spPr>
          <a:xfrm>
            <a:off x="7023769" y="4993861"/>
            <a:ext cx="2120642" cy="646331"/>
          </a:xfrm>
          <a:prstGeom prst="rect">
            <a:avLst/>
          </a:prstGeom>
          <a:noFill/>
        </p:spPr>
        <p:txBody>
          <a:bodyPr wrap="square" lIns="0" rIns="0" rtlCol="0">
            <a:spAutoFit/>
          </a:bodyPr>
          <a:lstStyle/>
          <a:p>
            <a:pPr>
              <a:lnSpc>
                <a:spcPct val="120000"/>
              </a:lnSpc>
            </a:pPr>
            <a:r>
              <a:rPr lang="en-US" sz="1000" dirty="0">
                <a:solidFill>
                  <a:schemeClr val="tx1">
                    <a:alpha val="80000"/>
                  </a:schemeClr>
                </a:solidFill>
              </a:rPr>
              <a:t>There are many variations of passages of Lorem Ipsum available, but the majority have.</a:t>
            </a:r>
          </a:p>
        </p:txBody>
      </p:sp>
      <p:sp>
        <p:nvSpPr>
          <p:cNvPr id="28" name="TextBox 27"/>
          <p:cNvSpPr txBox="1"/>
          <p:nvPr/>
        </p:nvSpPr>
        <p:spPr>
          <a:xfrm>
            <a:off x="9602202" y="4713070"/>
            <a:ext cx="2153165" cy="235449"/>
          </a:xfrm>
          <a:prstGeom prst="rect">
            <a:avLst/>
          </a:prstGeom>
          <a:noFill/>
        </p:spPr>
        <p:txBody>
          <a:bodyPr wrap="square" lIns="0" rIns="0" rtlCol="0">
            <a:spAutoFit/>
          </a:bodyPr>
          <a:lstStyle/>
          <a:p>
            <a:pPr>
              <a:lnSpc>
                <a:spcPct val="70000"/>
              </a:lnSpc>
            </a:pPr>
            <a:r>
              <a:rPr lang="en-US" sz="1200" dirty="0">
                <a:latin typeface="+mj-lt"/>
              </a:rPr>
              <a:t>CHART TITLE HERE</a:t>
            </a:r>
            <a:endParaRPr lang="en-US" sz="1200" dirty="0">
              <a:solidFill>
                <a:schemeClr val="accent1"/>
              </a:solidFill>
              <a:latin typeface="+mj-lt"/>
            </a:endParaRPr>
          </a:p>
        </p:txBody>
      </p:sp>
      <p:sp>
        <p:nvSpPr>
          <p:cNvPr id="29" name="TextBox 28"/>
          <p:cNvSpPr txBox="1"/>
          <p:nvPr/>
        </p:nvSpPr>
        <p:spPr>
          <a:xfrm>
            <a:off x="9602203" y="4993861"/>
            <a:ext cx="2120642" cy="646331"/>
          </a:xfrm>
          <a:prstGeom prst="rect">
            <a:avLst/>
          </a:prstGeom>
          <a:noFill/>
        </p:spPr>
        <p:txBody>
          <a:bodyPr wrap="square" lIns="0" rIns="0" rtlCol="0">
            <a:spAutoFit/>
          </a:bodyPr>
          <a:lstStyle/>
          <a:p>
            <a:pPr>
              <a:lnSpc>
                <a:spcPct val="120000"/>
              </a:lnSpc>
            </a:pPr>
            <a:r>
              <a:rPr lang="en-US" sz="1000" dirty="0">
                <a:solidFill>
                  <a:schemeClr val="tx1">
                    <a:alpha val="80000"/>
                  </a:schemeClr>
                </a:solidFill>
              </a:rPr>
              <a:t>There are many variations of passages of Lorem Ipsum available, but the majority have.</a:t>
            </a:r>
          </a:p>
        </p:txBody>
      </p:sp>
    </p:spTree>
    <p:extLst>
      <p:ext uri="{BB962C8B-B14F-4D97-AF65-F5344CB8AC3E}">
        <p14:creationId xmlns:p14="http://schemas.microsoft.com/office/powerpoint/2010/main" val="1846316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hart 7"/>
          <p:cNvGraphicFramePr/>
          <p:nvPr>
            <p:extLst>
              <p:ext uri="{D42A27DB-BD31-4B8C-83A1-F6EECF244321}">
                <p14:modId xmlns:p14="http://schemas.microsoft.com/office/powerpoint/2010/main" val="568163255"/>
              </p:ext>
            </p:extLst>
          </p:nvPr>
        </p:nvGraphicFramePr>
        <p:xfrm>
          <a:off x="1714876" y="3372573"/>
          <a:ext cx="4533148" cy="2937895"/>
        </p:xfrm>
        <a:graphic>
          <a:graphicData uri="http://schemas.openxmlformats.org/drawingml/2006/chart">
            <c:chart xmlns:c="http://schemas.openxmlformats.org/drawingml/2006/chart" xmlns:r="http://schemas.openxmlformats.org/officeDocument/2006/relationships" r:id="rId2"/>
          </a:graphicData>
        </a:graphic>
      </p:graphicFrame>
      <p:sp>
        <p:nvSpPr>
          <p:cNvPr id="9" name="Title 1">
            <a:extLst>
              <a:ext uri="{FF2B5EF4-FFF2-40B4-BE49-F238E27FC236}">
                <a16:creationId xmlns:a16="http://schemas.microsoft.com/office/drawing/2014/main" id="{E66DD71A-E7EA-9F41-BA8B-C02062201E31}"/>
              </a:ext>
            </a:extLst>
          </p:cNvPr>
          <p:cNvSpPr>
            <a:spLocks noGrp="1"/>
          </p:cNvSpPr>
          <p:nvPr>
            <p:ph type="title"/>
          </p:nvPr>
        </p:nvSpPr>
        <p:spPr>
          <a:xfrm>
            <a:off x="1866900" y="491105"/>
            <a:ext cx="4229100" cy="1621619"/>
          </a:xfrm>
        </p:spPr>
        <p:txBody>
          <a:bodyPr/>
          <a:lstStyle/>
          <a:p>
            <a:r>
              <a:rPr lang="en-US" sz="4400" b="1" spc="0" dirty="0" err="1">
                <a:latin typeface="Averta ExtraBold" pitchFamily="2" charset="77"/>
              </a:rPr>
              <a:t>Các</a:t>
            </a:r>
            <a:r>
              <a:rPr lang="en-US" sz="4400" b="1" spc="0" dirty="0">
                <a:latin typeface="Averta ExtraBold" pitchFamily="2" charset="77"/>
              </a:rPr>
              <a:t> </a:t>
            </a:r>
            <a:r>
              <a:rPr lang="en-US" sz="4400" b="1" spc="0" dirty="0" err="1">
                <a:latin typeface="Averta ExtraBold" pitchFamily="2" charset="77"/>
              </a:rPr>
              <a:t>biểu</a:t>
            </a:r>
            <a:r>
              <a:rPr lang="en-US" sz="4400" b="1" spc="0" dirty="0">
                <a:latin typeface="Averta ExtraBold" pitchFamily="2" charset="77"/>
              </a:rPr>
              <a:t> </a:t>
            </a:r>
            <a:r>
              <a:rPr lang="en-US" sz="4400" b="1" spc="0" dirty="0" err="1">
                <a:latin typeface="Averta ExtraBold" pitchFamily="2" charset="77"/>
              </a:rPr>
              <a:t>đồ</a:t>
            </a:r>
            <a:r>
              <a:rPr lang="en-US" sz="4400" b="1" spc="0" dirty="0">
                <a:solidFill>
                  <a:srgbClr val="92D050"/>
                </a:solidFill>
                <a:latin typeface="Averta ExtraBold" pitchFamily="2" charset="77"/>
              </a:rPr>
              <a:t>.</a:t>
            </a:r>
          </a:p>
        </p:txBody>
      </p:sp>
      <p:graphicFrame>
        <p:nvGraphicFramePr>
          <p:cNvPr id="12" name="Chart 11">
            <a:extLst>
              <a:ext uri="{FF2B5EF4-FFF2-40B4-BE49-F238E27FC236}">
                <a16:creationId xmlns:a16="http://schemas.microsoft.com/office/drawing/2014/main" id="{2F235311-DA43-AC42-A90E-EDDA8E0A886F}"/>
              </a:ext>
            </a:extLst>
          </p:cNvPr>
          <p:cNvGraphicFramePr>
            <a:graphicFrameLocks/>
          </p:cNvGraphicFramePr>
          <p:nvPr>
            <p:extLst>
              <p:ext uri="{D42A27DB-BD31-4B8C-83A1-F6EECF244321}">
                <p14:modId xmlns:p14="http://schemas.microsoft.com/office/powerpoint/2010/main" val="1171827688"/>
              </p:ext>
            </p:extLst>
          </p:nvPr>
        </p:nvGraphicFramePr>
        <p:xfrm>
          <a:off x="1577010" y="1331619"/>
          <a:ext cx="5014146" cy="182559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a:extLst>
              <a:ext uri="{FF2B5EF4-FFF2-40B4-BE49-F238E27FC236}">
                <a16:creationId xmlns:a16="http://schemas.microsoft.com/office/drawing/2014/main" id="{E2CAC349-E0D9-E247-AF24-0B888E3A9E19}"/>
              </a:ext>
            </a:extLst>
          </p:cNvPr>
          <p:cNvGraphicFramePr/>
          <p:nvPr>
            <p:extLst>
              <p:ext uri="{D42A27DB-BD31-4B8C-83A1-F6EECF244321}">
                <p14:modId xmlns:p14="http://schemas.microsoft.com/office/powerpoint/2010/main" val="3963247029"/>
              </p:ext>
            </p:extLst>
          </p:nvPr>
        </p:nvGraphicFramePr>
        <p:xfrm>
          <a:off x="7087352" y="3428999"/>
          <a:ext cx="4533148" cy="288146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17534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8">
                                            <p:graphicEl>
                                              <a:chart seriesIdx="-3" categoryIdx="-3" bldStep="gridLegend"/>
                                            </p:graphicEl>
                                          </p:spTgt>
                                        </p:tgtEl>
                                        <p:attrNameLst>
                                          <p:attrName>style.visibility</p:attrName>
                                        </p:attrNameLst>
                                      </p:cBhvr>
                                      <p:to>
                                        <p:strVal val="visible"/>
                                      </p:to>
                                    </p:set>
                                    <p:animEffect transition="in" filter="wipe(down)">
                                      <p:cBhvr>
                                        <p:cTn id="7" dur="100"/>
                                        <p:tgtEl>
                                          <p:spTgt spid="8">
                                            <p:graphicEl>
                                              <a:chart seriesIdx="-3" categoryIdx="-3" bldStep="gridLegend"/>
                                            </p:graphicEl>
                                          </p:spTgt>
                                        </p:tgtEl>
                                      </p:cBhvr>
                                    </p:animEffect>
                                  </p:childTnLst>
                                </p:cTn>
                              </p:par>
                            </p:childTnLst>
                          </p:cTn>
                        </p:par>
                        <p:par>
                          <p:cTn id="8" fill="hold">
                            <p:stCondLst>
                              <p:cond delay="100"/>
                            </p:stCondLst>
                            <p:childTnLst>
                              <p:par>
                                <p:cTn id="9" presetID="22" presetClass="entr" presetSubtype="4" fill="hold" grpId="0" nodeType="afterEffect">
                                  <p:stCondLst>
                                    <p:cond delay="0"/>
                                  </p:stCondLst>
                                  <p:childTnLst>
                                    <p:set>
                                      <p:cBhvr>
                                        <p:cTn id="10" dur="1" fill="hold">
                                          <p:stCondLst>
                                            <p:cond delay="0"/>
                                          </p:stCondLst>
                                        </p:cTn>
                                        <p:tgtEl>
                                          <p:spTgt spid="8">
                                            <p:graphicEl>
                                              <a:chart seriesIdx="-4" categoryIdx="0" bldStep="category"/>
                                            </p:graphicEl>
                                          </p:spTgt>
                                        </p:tgtEl>
                                        <p:attrNameLst>
                                          <p:attrName>style.visibility</p:attrName>
                                        </p:attrNameLst>
                                      </p:cBhvr>
                                      <p:to>
                                        <p:strVal val="visible"/>
                                      </p:to>
                                    </p:set>
                                    <p:animEffect transition="in" filter="wipe(down)">
                                      <p:cBhvr>
                                        <p:cTn id="11" dur="300"/>
                                        <p:tgtEl>
                                          <p:spTgt spid="8">
                                            <p:graphicEl>
                                              <a:chart seriesIdx="-4" categoryIdx="0" bldStep="category"/>
                                            </p:graphicEl>
                                          </p:spTgt>
                                        </p:tgtEl>
                                      </p:cBhvr>
                                    </p:animEffect>
                                  </p:childTnLst>
                                </p:cTn>
                              </p:par>
                            </p:childTnLst>
                          </p:cTn>
                        </p:par>
                        <p:par>
                          <p:cTn id="12" fill="hold">
                            <p:stCondLst>
                              <p:cond delay="400"/>
                            </p:stCondLst>
                            <p:childTnLst>
                              <p:par>
                                <p:cTn id="13" presetID="22" presetClass="entr" presetSubtype="4" fill="hold" grpId="0" nodeType="afterEffect">
                                  <p:stCondLst>
                                    <p:cond delay="0"/>
                                  </p:stCondLst>
                                  <p:childTnLst>
                                    <p:set>
                                      <p:cBhvr>
                                        <p:cTn id="14" dur="1" fill="hold">
                                          <p:stCondLst>
                                            <p:cond delay="0"/>
                                          </p:stCondLst>
                                        </p:cTn>
                                        <p:tgtEl>
                                          <p:spTgt spid="8">
                                            <p:graphicEl>
                                              <a:chart seriesIdx="-4" categoryIdx="1" bldStep="category"/>
                                            </p:graphicEl>
                                          </p:spTgt>
                                        </p:tgtEl>
                                        <p:attrNameLst>
                                          <p:attrName>style.visibility</p:attrName>
                                        </p:attrNameLst>
                                      </p:cBhvr>
                                      <p:to>
                                        <p:strVal val="visible"/>
                                      </p:to>
                                    </p:set>
                                    <p:animEffect transition="in" filter="wipe(down)">
                                      <p:cBhvr>
                                        <p:cTn id="15" dur="300"/>
                                        <p:tgtEl>
                                          <p:spTgt spid="8">
                                            <p:graphicEl>
                                              <a:chart seriesIdx="-4" categoryIdx="1" bldStep="category"/>
                                            </p:graphicEl>
                                          </p:spTgt>
                                        </p:tgtEl>
                                      </p:cBhvr>
                                    </p:animEffect>
                                  </p:childTnLst>
                                </p:cTn>
                              </p:par>
                            </p:childTnLst>
                          </p:cTn>
                        </p:par>
                        <p:par>
                          <p:cTn id="16" fill="hold">
                            <p:stCondLst>
                              <p:cond delay="700"/>
                            </p:stCondLst>
                            <p:childTnLst>
                              <p:par>
                                <p:cTn id="17" presetID="22" presetClass="entr" presetSubtype="4" fill="hold" grpId="0" nodeType="afterEffect">
                                  <p:stCondLst>
                                    <p:cond delay="0"/>
                                  </p:stCondLst>
                                  <p:childTnLst>
                                    <p:set>
                                      <p:cBhvr>
                                        <p:cTn id="18" dur="1" fill="hold">
                                          <p:stCondLst>
                                            <p:cond delay="0"/>
                                          </p:stCondLst>
                                        </p:cTn>
                                        <p:tgtEl>
                                          <p:spTgt spid="8">
                                            <p:graphicEl>
                                              <a:chart seriesIdx="-4" categoryIdx="2" bldStep="category"/>
                                            </p:graphicEl>
                                          </p:spTgt>
                                        </p:tgtEl>
                                        <p:attrNameLst>
                                          <p:attrName>style.visibility</p:attrName>
                                        </p:attrNameLst>
                                      </p:cBhvr>
                                      <p:to>
                                        <p:strVal val="visible"/>
                                      </p:to>
                                    </p:set>
                                    <p:animEffect transition="in" filter="wipe(down)">
                                      <p:cBhvr>
                                        <p:cTn id="19" dur="300"/>
                                        <p:tgtEl>
                                          <p:spTgt spid="8">
                                            <p:graphicEl>
                                              <a:chart seriesIdx="-4" categoryIdx="2" bldStep="category"/>
                                            </p:graphicEl>
                                          </p:spTgt>
                                        </p:tgtEl>
                                      </p:cBhvr>
                                    </p:animEffect>
                                  </p:childTnLst>
                                </p:cTn>
                              </p:par>
                            </p:childTnLst>
                          </p:cTn>
                        </p:par>
                        <p:par>
                          <p:cTn id="20" fill="hold">
                            <p:stCondLst>
                              <p:cond delay="1000"/>
                            </p:stCondLst>
                            <p:childTnLst>
                              <p:par>
                                <p:cTn id="21" presetID="22" presetClass="entr" presetSubtype="4" fill="hold" grpId="0" nodeType="afterEffect">
                                  <p:stCondLst>
                                    <p:cond delay="0"/>
                                  </p:stCondLst>
                                  <p:childTnLst>
                                    <p:set>
                                      <p:cBhvr>
                                        <p:cTn id="22" dur="1" fill="hold">
                                          <p:stCondLst>
                                            <p:cond delay="0"/>
                                          </p:stCondLst>
                                        </p:cTn>
                                        <p:tgtEl>
                                          <p:spTgt spid="8">
                                            <p:graphicEl>
                                              <a:chart seriesIdx="-4" categoryIdx="3" bldStep="category"/>
                                            </p:graphicEl>
                                          </p:spTgt>
                                        </p:tgtEl>
                                        <p:attrNameLst>
                                          <p:attrName>style.visibility</p:attrName>
                                        </p:attrNameLst>
                                      </p:cBhvr>
                                      <p:to>
                                        <p:strVal val="visible"/>
                                      </p:to>
                                    </p:set>
                                    <p:animEffect transition="in" filter="wipe(down)">
                                      <p:cBhvr>
                                        <p:cTn id="23" dur="300"/>
                                        <p:tgtEl>
                                          <p:spTgt spid="8">
                                            <p:graphicEl>
                                              <a:chart seriesIdx="-4" categoryIdx="3" bldStep="category"/>
                                            </p:graphicEl>
                                          </p:spTgt>
                                        </p:tgtEl>
                                      </p:cBhvr>
                                    </p:animEffect>
                                  </p:childTnLst>
                                </p:cTn>
                              </p:par>
                            </p:childTnLst>
                          </p:cTn>
                        </p:par>
                        <p:par>
                          <p:cTn id="24" fill="hold">
                            <p:stCondLst>
                              <p:cond delay="1300"/>
                            </p:stCondLst>
                            <p:childTnLst>
                              <p:par>
                                <p:cTn id="25" presetID="22" presetClass="entr" presetSubtype="4" fill="hold" grpId="0" nodeType="afterEffect">
                                  <p:stCondLst>
                                    <p:cond delay="0"/>
                                  </p:stCondLst>
                                  <p:childTnLst>
                                    <p:set>
                                      <p:cBhvr>
                                        <p:cTn id="26" dur="1" fill="hold">
                                          <p:stCondLst>
                                            <p:cond delay="0"/>
                                          </p:stCondLst>
                                        </p:cTn>
                                        <p:tgtEl>
                                          <p:spTgt spid="8">
                                            <p:graphicEl>
                                              <a:chart seriesIdx="-4" categoryIdx="4" bldStep="category"/>
                                            </p:graphicEl>
                                          </p:spTgt>
                                        </p:tgtEl>
                                        <p:attrNameLst>
                                          <p:attrName>style.visibility</p:attrName>
                                        </p:attrNameLst>
                                      </p:cBhvr>
                                      <p:to>
                                        <p:strVal val="visible"/>
                                      </p:to>
                                    </p:set>
                                    <p:animEffect transition="in" filter="wipe(down)">
                                      <p:cBhvr>
                                        <p:cTn id="27" dur="300"/>
                                        <p:tgtEl>
                                          <p:spTgt spid="8">
                                            <p:graphicEl>
                                              <a:chart seriesIdx="-4" categoryIdx="4" bldStep="category"/>
                                            </p:graphicEl>
                                          </p:spTgt>
                                        </p:tgtEl>
                                      </p:cBhvr>
                                    </p:animEffect>
                                  </p:childTnLst>
                                </p:cTn>
                              </p:par>
                            </p:childTnLst>
                          </p:cTn>
                        </p:par>
                        <p:par>
                          <p:cTn id="28" fill="hold">
                            <p:stCondLst>
                              <p:cond delay="1600"/>
                            </p:stCondLst>
                            <p:childTnLst>
                              <p:par>
                                <p:cTn id="29" presetID="22" presetClass="entr" presetSubtype="4" fill="hold" grpId="0" nodeType="afterEffect">
                                  <p:stCondLst>
                                    <p:cond delay="0"/>
                                  </p:stCondLst>
                                  <p:childTnLst>
                                    <p:set>
                                      <p:cBhvr>
                                        <p:cTn id="30" dur="1" fill="hold">
                                          <p:stCondLst>
                                            <p:cond delay="0"/>
                                          </p:stCondLst>
                                        </p:cTn>
                                        <p:tgtEl>
                                          <p:spTgt spid="8">
                                            <p:graphicEl>
                                              <a:chart seriesIdx="-4" categoryIdx="5" bldStep="category"/>
                                            </p:graphicEl>
                                          </p:spTgt>
                                        </p:tgtEl>
                                        <p:attrNameLst>
                                          <p:attrName>style.visibility</p:attrName>
                                        </p:attrNameLst>
                                      </p:cBhvr>
                                      <p:to>
                                        <p:strVal val="visible"/>
                                      </p:to>
                                    </p:set>
                                    <p:animEffect transition="in" filter="wipe(down)">
                                      <p:cBhvr>
                                        <p:cTn id="31" dur="300"/>
                                        <p:tgtEl>
                                          <p:spTgt spid="8">
                                            <p:graphicEl>
                                              <a:chart seriesIdx="-4" categoryIdx="5" bldStep="category"/>
                                            </p:graphicEl>
                                          </p:spTgt>
                                        </p:tgtEl>
                                      </p:cBhvr>
                                    </p:animEffect>
                                  </p:childTnLst>
                                </p:cTn>
                              </p:par>
                            </p:childTnLst>
                          </p:cTn>
                        </p:par>
                        <p:par>
                          <p:cTn id="32" fill="hold">
                            <p:stCondLst>
                              <p:cond delay="1900"/>
                            </p:stCondLst>
                            <p:childTnLst>
                              <p:par>
                                <p:cTn id="33" presetID="22" presetClass="entr" presetSubtype="4" fill="hold" grpId="0" nodeType="afterEffect">
                                  <p:stCondLst>
                                    <p:cond delay="0"/>
                                  </p:stCondLst>
                                  <p:childTnLst>
                                    <p:set>
                                      <p:cBhvr>
                                        <p:cTn id="34" dur="1" fill="hold">
                                          <p:stCondLst>
                                            <p:cond delay="0"/>
                                          </p:stCondLst>
                                        </p:cTn>
                                        <p:tgtEl>
                                          <p:spTgt spid="8">
                                            <p:graphicEl>
                                              <a:chart seriesIdx="-4" categoryIdx="6" bldStep="category"/>
                                            </p:graphicEl>
                                          </p:spTgt>
                                        </p:tgtEl>
                                        <p:attrNameLst>
                                          <p:attrName>style.visibility</p:attrName>
                                        </p:attrNameLst>
                                      </p:cBhvr>
                                      <p:to>
                                        <p:strVal val="visible"/>
                                      </p:to>
                                    </p:set>
                                    <p:animEffect transition="in" filter="wipe(down)">
                                      <p:cBhvr>
                                        <p:cTn id="35" dur="300"/>
                                        <p:tgtEl>
                                          <p:spTgt spid="8">
                                            <p:graphicEl>
                                              <a:chart seriesIdx="-4" categoryIdx="6" bldStep="category"/>
                                            </p:graphicEl>
                                          </p:spTgt>
                                        </p:tgtEl>
                                      </p:cBhvr>
                                    </p:animEffect>
                                  </p:childTnLst>
                                </p:cTn>
                              </p:par>
                            </p:childTnLst>
                          </p:cTn>
                        </p:par>
                        <p:par>
                          <p:cTn id="36" fill="hold">
                            <p:stCondLst>
                              <p:cond delay="2200"/>
                            </p:stCondLst>
                            <p:childTnLst>
                              <p:par>
                                <p:cTn id="37" presetID="22" presetClass="entr" presetSubtype="4" fill="hold" grpId="0" nodeType="afterEffect">
                                  <p:stCondLst>
                                    <p:cond delay="0"/>
                                  </p:stCondLst>
                                  <p:childTnLst>
                                    <p:set>
                                      <p:cBhvr>
                                        <p:cTn id="38" dur="1" fill="hold">
                                          <p:stCondLst>
                                            <p:cond delay="0"/>
                                          </p:stCondLst>
                                        </p:cTn>
                                        <p:tgtEl>
                                          <p:spTgt spid="8">
                                            <p:graphicEl>
                                              <a:chart seriesIdx="-4" categoryIdx="7" bldStep="category"/>
                                            </p:graphicEl>
                                          </p:spTgt>
                                        </p:tgtEl>
                                        <p:attrNameLst>
                                          <p:attrName>style.visibility</p:attrName>
                                        </p:attrNameLst>
                                      </p:cBhvr>
                                      <p:to>
                                        <p:strVal val="visible"/>
                                      </p:to>
                                    </p:set>
                                    <p:animEffect transition="in" filter="wipe(down)">
                                      <p:cBhvr>
                                        <p:cTn id="39" dur="300"/>
                                        <p:tgtEl>
                                          <p:spTgt spid="8">
                                            <p:graphicEl>
                                              <a:chart seriesIdx="-4" categoryIdx="7" bldStep="category"/>
                                            </p:graphicEl>
                                          </p:spTgt>
                                        </p:tgtEl>
                                      </p:cBhvr>
                                    </p:animEffect>
                                  </p:childTnLst>
                                </p:cTn>
                              </p:par>
                            </p:childTnLst>
                          </p:cTn>
                        </p:par>
                        <p:par>
                          <p:cTn id="40" fill="hold">
                            <p:stCondLst>
                              <p:cond delay="2500"/>
                            </p:stCondLst>
                            <p:childTnLst>
                              <p:par>
                                <p:cTn id="41" presetID="22" presetClass="entr" presetSubtype="4" fill="hold" grpId="0" nodeType="afterEffect">
                                  <p:stCondLst>
                                    <p:cond delay="0"/>
                                  </p:stCondLst>
                                  <p:childTnLst>
                                    <p:set>
                                      <p:cBhvr>
                                        <p:cTn id="42" dur="1" fill="hold">
                                          <p:stCondLst>
                                            <p:cond delay="0"/>
                                          </p:stCondLst>
                                        </p:cTn>
                                        <p:tgtEl>
                                          <p:spTgt spid="8">
                                            <p:graphicEl>
                                              <a:chart seriesIdx="-4" categoryIdx="8" bldStep="category"/>
                                            </p:graphicEl>
                                          </p:spTgt>
                                        </p:tgtEl>
                                        <p:attrNameLst>
                                          <p:attrName>style.visibility</p:attrName>
                                        </p:attrNameLst>
                                      </p:cBhvr>
                                      <p:to>
                                        <p:strVal val="visible"/>
                                      </p:to>
                                    </p:set>
                                    <p:animEffect transition="in" filter="wipe(down)">
                                      <p:cBhvr>
                                        <p:cTn id="43" dur="300"/>
                                        <p:tgtEl>
                                          <p:spTgt spid="8">
                                            <p:graphicEl>
                                              <a:chart seriesIdx="-4" categoryIdx="8" bldStep="category"/>
                                            </p:graphicEl>
                                          </p:spTgt>
                                        </p:tgtEl>
                                      </p:cBhvr>
                                    </p:animEffect>
                                  </p:childTnLst>
                                </p:cTn>
                              </p:par>
                            </p:childTnLst>
                          </p:cTn>
                        </p:par>
                        <p:par>
                          <p:cTn id="44" fill="hold">
                            <p:stCondLst>
                              <p:cond delay="2800"/>
                            </p:stCondLst>
                            <p:childTnLst>
                              <p:par>
                                <p:cTn id="45" presetID="22" presetClass="entr" presetSubtype="4" fill="hold" grpId="0" nodeType="afterEffect">
                                  <p:stCondLst>
                                    <p:cond delay="0"/>
                                  </p:stCondLst>
                                  <p:childTnLst>
                                    <p:set>
                                      <p:cBhvr>
                                        <p:cTn id="46" dur="1" fill="hold">
                                          <p:stCondLst>
                                            <p:cond delay="0"/>
                                          </p:stCondLst>
                                        </p:cTn>
                                        <p:tgtEl>
                                          <p:spTgt spid="8">
                                            <p:graphicEl>
                                              <a:chart seriesIdx="-4" categoryIdx="9" bldStep="category"/>
                                            </p:graphicEl>
                                          </p:spTgt>
                                        </p:tgtEl>
                                        <p:attrNameLst>
                                          <p:attrName>style.visibility</p:attrName>
                                        </p:attrNameLst>
                                      </p:cBhvr>
                                      <p:to>
                                        <p:strVal val="visible"/>
                                      </p:to>
                                    </p:set>
                                    <p:animEffect transition="in" filter="wipe(down)">
                                      <p:cBhvr>
                                        <p:cTn id="47" dur="300"/>
                                        <p:tgtEl>
                                          <p:spTgt spid="8">
                                            <p:graphicEl>
                                              <a:chart seriesIdx="-4" categoryIdx="9" bldStep="category"/>
                                            </p:graphicEl>
                                          </p:spTgt>
                                        </p:tgtEl>
                                      </p:cBhvr>
                                    </p:animEffect>
                                  </p:childTnLst>
                                </p:cTn>
                              </p:par>
                            </p:childTnLst>
                          </p:cTn>
                        </p:par>
                        <p:par>
                          <p:cTn id="48" fill="hold">
                            <p:stCondLst>
                              <p:cond delay="3100"/>
                            </p:stCondLst>
                            <p:childTnLst>
                              <p:par>
                                <p:cTn id="49" presetID="22" presetClass="entr" presetSubtype="4" fill="hold" grpId="0" nodeType="afterEffect">
                                  <p:stCondLst>
                                    <p:cond delay="0"/>
                                  </p:stCondLst>
                                  <p:childTnLst>
                                    <p:set>
                                      <p:cBhvr>
                                        <p:cTn id="50" dur="1" fill="hold">
                                          <p:stCondLst>
                                            <p:cond delay="0"/>
                                          </p:stCondLst>
                                        </p:cTn>
                                        <p:tgtEl>
                                          <p:spTgt spid="8">
                                            <p:graphicEl>
                                              <a:chart seriesIdx="-4" categoryIdx="10" bldStep="category"/>
                                            </p:graphicEl>
                                          </p:spTgt>
                                        </p:tgtEl>
                                        <p:attrNameLst>
                                          <p:attrName>style.visibility</p:attrName>
                                        </p:attrNameLst>
                                      </p:cBhvr>
                                      <p:to>
                                        <p:strVal val="visible"/>
                                      </p:to>
                                    </p:set>
                                    <p:animEffect transition="in" filter="wipe(down)">
                                      <p:cBhvr>
                                        <p:cTn id="51" dur="300"/>
                                        <p:tgtEl>
                                          <p:spTgt spid="8">
                                            <p:graphicEl>
                                              <a:chart seriesIdx="-4" categoryIdx="10" bldStep="category"/>
                                            </p:graphicEl>
                                          </p:spTgt>
                                        </p:tgtEl>
                                      </p:cBhvr>
                                    </p:animEffect>
                                  </p:childTnLst>
                                </p:cTn>
                              </p:par>
                            </p:childTnLst>
                          </p:cTn>
                        </p:par>
                        <p:par>
                          <p:cTn id="52" fill="hold">
                            <p:stCondLst>
                              <p:cond delay="3400"/>
                            </p:stCondLst>
                            <p:childTnLst>
                              <p:par>
                                <p:cTn id="53" presetID="22" presetClass="entr" presetSubtype="4" fill="hold" grpId="0" nodeType="afterEffect">
                                  <p:stCondLst>
                                    <p:cond delay="0"/>
                                  </p:stCondLst>
                                  <p:childTnLst>
                                    <p:set>
                                      <p:cBhvr>
                                        <p:cTn id="54" dur="1" fill="hold">
                                          <p:stCondLst>
                                            <p:cond delay="0"/>
                                          </p:stCondLst>
                                        </p:cTn>
                                        <p:tgtEl>
                                          <p:spTgt spid="8">
                                            <p:graphicEl>
                                              <a:chart seriesIdx="-4" categoryIdx="11" bldStep="category"/>
                                            </p:graphicEl>
                                          </p:spTgt>
                                        </p:tgtEl>
                                        <p:attrNameLst>
                                          <p:attrName>style.visibility</p:attrName>
                                        </p:attrNameLst>
                                      </p:cBhvr>
                                      <p:to>
                                        <p:strVal val="visible"/>
                                      </p:to>
                                    </p:set>
                                    <p:animEffect transition="in" filter="wipe(down)">
                                      <p:cBhvr>
                                        <p:cTn id="55" dur="300"/>
                                        <p:tgtEl>
                                          <p:spTgt spid="8">
                                            <p:graphicEl>
                                              <a:chart seriesIdx="-4" categoryIdx="11" bldStep="category"/>
                                            </p:graphicEl>
                                          </p:spTgt>
                                        </p:tgtEl>
                                      </p:cBhvr>
                                    </p:animEffect>
                                  </p:childTnLst>
                                </p:cTn>
                              </p:par>
                            </p:childTnLst>
                          </p:cTn>
                        </p:par>
                        <p:par>
                          <p:cTn id="56" fill="hold">
                            <p:stCondLst>
                              <p:cond delay="3700"/>
                            </p:stCondLst>
                            <p:childTnLst>
                              <p:par>
                                <p:cTn id="57" presetID="22" presetClass="entr" presetSubtype="4" fill="hold" grpId="0" nodeType="afterEffect">
                                  <p:stCondLst>
                                    <p:cond delay="0"/>
                                  </p:stCondLst>
                                  <p:childTnLst>
                                    <p:set>
                                      <p:cBhvr>
                                        <p:cTn id="58" dur="1" fill="hold">
                                          <p:stCondLst>
                                            <p:cond delay="0"/>
                                          </p:stCondLst>
                                        </p:cTn>
                                        <p:tgtEl>
                                          <p:spTgt spid="8">
                                            <p:graphicEl>
                                              <a:chart seriesIdx="-4" categoryIdx="12" bldStep="category"/>
                                            </p:graphicEl>
                                          </p:spTgt>
                                        </p:tgtEl>
                                        <p:attrNameLst>
                                          <p:attrName>style.visibility</p:attrName>
                                        </p:attrNameLst>
                                      </p:cBhvr>
                                      <p:to>
                                        <p:strVal val="visible"/>
                                      </p:to>
                                    </p:set>
                                    <p:animEffect transition="in" filter="wipe(down)">
                                      <p:cBhvr>
                                        <p:cTn id="59" dur="300"/>
                                        <p:tgtEl>
                                          <p:spTgt spid="8">
                                            <p:graphicEl>
                                              <a:chart seriesIdx="-4" categoryIdx="12" bldStep="category"/>
                                            </p:graphicEl>
                                          </p:spTgt>
                                        </p:tgtEl>
                                      </p:cBhvr>
                                    </p:animEffect>
                                  </p:childTnLst>
                                </p:cTn>
                              </p:par>
                            </p:childTnLst>
                          </p:cTn>
                        </p:par>
                        <p:par>
                          <p:cTn id="60" fill="hold">
                            <p:stCondLst>
                              <p:cond delay="4000"/>
                            </p:stCondLst>
                            <p:childTnLst>
                              <p:par>
                                <p:cTn id="61" presetID="22" presetClass="entr" presetSubtype="4" fill="hold" grpId="0" nodeType="afterEffect">
                                  <p:stCondLst>
                                    <p:cond delay="0"/>
                                  </p:stCondLst>
                                  <p:childTnLst>
                                    <p:set>
                                      <p:cBhvr>
                                        <p:cTn id="62" dur="1" fill="hold">
                                          <p:stCondLst>
                                            <p:cond delay="0"/>
                                          </p:stCondLst>
                                        </p:cTn>
                                        <p:tgtEl>
                                          <p:spTgt spid="8">
                                            <p:graphicEl>
                                              <a:chart seriesIdx="-4" categoryIdx="13" bldStep="category"/>
                                            </p:graphicEl>
                                          </p:spTgt>
                                        </p:tgtEl>
                                        <p:attrNameLst>
                                          <p:attrName>style.visibility</p:attrName>
                                        </p:attrNameLst>
                                      </p:cBhvr>
                                      <p:to>
                                        <p:strVal val="visible"/>
                                      </p:to>
                                    </p:set>
                                    <p:animEffect transition="in" filter="wipe(down)">
                                      <p:cBhvr>
                                        <p:cTn id="63" dur="300"/>
                                        <p:tgtEl>
                                          <p:spTgt spid="8">
                                            <p:graphicEl>
                                              <a:chart seriesIdx="-4" categoryIdx="13" bldStep="category"/>
                                            </p:graphicEl>
                                          </p:spTgt>
                                        </p:tgtEl>
                                      </p:cBhvr>
                                    </p:animEffect>
                                  </p:childTnLst>
                                </p:cTn>
                              </p:par>
                            </p:childTnLst>
                          </p:cTn>
                        </p:par>
                        <p:par>
                          <p:cTn id="64" fill="hold">
                            <p:stCondLst>
                              <p:cond delay="4300"/>
                            </p:stCondLst>
                            <p:childTnLst>
                              <p:par>
                                <p:cTn id="65" presetID="22" presetClass="entr" presetSubtype="4" fill="hold" grpId="0" nodeType="afterEffect">
                                  <p:stCondLst>
                                    <p:cond delay="0"/>
                                  </p:stCondLst>
                                  <p:childTnLst>
                                    <p:set>
                                      <p:cBhvr>
                                        <p:cTn id="66" dur="1" fill="hold">
                                          <p:stCondLst>
                                            <p:cond delay="0"/>
                                          </p:stCondLst>
                                        </p:cTn>
                                        <p:tgtEl>
                                          <p:spTgt spid="8">
                                            <p:graphicEl>
                                              <a:chart seriesIdx="-4" categoryIdx="14" bldStep="category"/>
                                            </p:graphicEl>
                                          </p:spTgt>
                                        </p:tgtEl>
                                        <p:attrNameLst>
                                          <p:attrName>style.visibility</p:attrName>
                                        </p:attrNameLst>
                                      </p:cBhvr>
                                      <p:to>
                                        <p:strVal val="visible"/>
                                      </p:to>
                                    </p:set>
                                    <p:animEffect transition="in" filter="wipe(down)">
                                      <p:cBhvr>
                                        <p:cTn id="67" dur="300"/>
                                        <p:tgtEl>
                                          <p:spTgt spid="8">
                                            <p:graphicEl>
                                              <a:chart seriesIdx="-4" categoryIdx="14" bldStep="category"/>
                                            </p:graphicEl>
                                          </p:spTgt>
                                        </p:tgtEl>
                                      </p:cBhvr>
                                    </p:animEffect>
                                  </p:childTnLst>
                                </p:cTn>
                              </p:par>
                            </p:childTnLst>
                          </p:cTn>
                        </p:par>
                        <p:par>
                          <p:cTn id="68" fill="hold">
                            <p:stCondLst>
                              <p:cond delay="4600"/>
                            </p:stCondLst>
                            <p:childTnLst>
                              <p:par>
                                <p:cTn id="69" presetID="22" presetClass="entr" presetSubtype="4" fill="hold" grpId="0" nodeType="afterEffect">
                                  <p:stCondLst>
                                    <p:cond delay="0"/>
                                  </p:stCondLst>
                                  <p:childTnLst>
                                    <p:set>
                                      <p:cBhvr>
                                        <p:cTn id="70" dur="1" fill="hold">
                                          <p:stCondLst>
                                            <p:cond delay="0"/>
                                          </p:stCondLst>
                                        </p:cTn>
                                        <p:tgtEl>
                                          <p:spTgt spid="8">
                                            <p:graphicEl>
                                              <a:chart seriesIdx="-4" categoryIdx="15" bldStep="category"/>
                                            </p:graphicEl>
                                          </p:spTgt>
                                        </p:tgtEl>
                                        <p:attrNameLst>
                                          <p:attrName>style.visibility</p:attrName>
                                        </p:attrNameLst>
                                      </p:cBhvr>
                                      <p:to>
                                        <p:strVal val="visible"/>
                                      </p:to>
                                    </p:set>
                                    <p:animEffect transition="in" filter="wipe(down)">
                                      <p:cBhvr>
                                        <p:cTn id="71" dur="300"/>
                                        <p:tgtEl>
                                          <p:spTgt spid="8">
                                            <p:graphicEl>
                                              <a:chart seriesIdx="-4" categoryIdx="15" bldStep="category"/>
                                            </p:graphicEl>
                                          </p:spTgt>
                                        </p:tgtEl>
                                      </p:cBhvr>
                                    </p:animEffect>
                                  </p:childTnLst>
                                </p:cTn>
                              </p:par>
                            </p:childTnLst>
                          </p:cTn>
                        </p:par>
                        <p:par>
                          <p:cTn id="72" fill="hold">
                            <p:stCondLst>
                              <p:cond delay="4900"/>
                            </p:stCondLst>
                            <p:childTnLst>
                              <p:par>
                                <p:cTn id="73" presetID="22" presetClass="entr" presetSubtype="4" fill="hold" grpId="0" nodeType="afterEffect">
                                  <p:stCondLst>
                                    <p:cond delay="0"/>
                                  </p:stCondLst>
                                  <p:childTnLst>
                                    <p:set>
                                      <p:cBhvr>
                                        <p:cTn id="74" dur="1" fill="hold">
                                          <p:stCondLst>
                                            <p:cond delay="0"/>
                                          </p:stCondLst>
                                        </p:cTn>
                                        <p:tgtEl>
                                          <p:spTgt spid="8">
                                            <p:graphicEl>
                                              <a:chart seriesIdx="-4" categoryIdx="16" bldStep="category"/>
                                            </p:graphicEl>
                                          </p:spTgt>
                                        </p:tgtEl>
                                        <p:attrNameLst>
                                          <p:attrName>style.visibility</p:attrName>
                                        </p:attrNameLst>
                                      </p:cBhvr>
                                      <p:to>
                                        <p:strVal val="visible"/>
                                      </p:to>
                                    </p:set>
                                    <p:animEffect transition="in" filter="wipe(down)">
                                      <p:cBhvr>
                                        <p:cTn id="75" dur="300"/>
                                        <p:tgtEl>
                                          <p:spTgt spid="8">
                                            <p:graphicEl>
                                              <a:chart seriesIdx="-4" categoryIdx="16" bldStep="category"/>
                                            </p:graphicEl>
                                          </p:spTgt>
                                        </p:tgtEl>
                                      </p:cBhvr>
                                    </p:animEffect>
                                  </p:childTnLst>
                                </p:cTn>
                              </p:par>
                            </p:childTnLst>
                          </p:cTn>
                        </p:par>
                        <p:par>
                          <p:cTn id="76" fill="hold">
                            <p:stCondLst>
                              <p:cond delay="5200"/>
                            </p:stCondLst>
                            <p:childTnLst>
                              <p:par>
                                <p:cTn id="77" presetID="22" presetClass="entr" presetSubtype="4" fill="hold" grpId="0" nodeType="afterEffect">
                                  <p:stCondLst>
                                    <p:cond delay="0"/>
                                  </p:stCondLst>
                                  <p:childTnLst>
                                    <p:set>
                                      <p:cBhvr>
                                        <p:cTn id="78" dur="1" fill="hold">
                                          <p:stCondLst>
                                            <p:cond delay="0"/>
                                          </p:stCondLst>
                                        </p:cTn>
                                        <p:tgtEl>
                                          <p:spTgt spid="8">
                                            <p:graphicEl>
                                              <a:chart seriesIdx="-4" categoryIdx="17" bldStep="category"/>
                                            </p:graphicEl>
                                          </p:spTgt>
                                        </p:tgtEl>
                                        <p:attrNameLst>
                                          <p:attrName>style.visibility</p:attrName>
                                        </p:attrNameLst>
                                      </p:cBhvr>
                                      <p:to>
                                        <p:strVal val="visible"/>
                                      </p:to>
                                    </p:set>
                                    <p:animEffect transition="in" filter="wipe(down)">
                                      <p:cBhvr>
                                        <p:cTn id="79" dur="300"/>
                                        <p:tgtEl>
                                          <p:spTgt spid="8">
                                            <p:graphicEl>
                                              <a:chart seriesIdx="-4" categoryIdx="17" bldStep="category"/>
                                            </p:graphicEl>
                                          </p:spTgt>
                                        </p:tgtEl>
                                      </p:cBhvr>
                                    </p:animEffect>
                                  </p:childTnLst>
                                </p:cTn>
                              </p:par>
                            </p:childTnLst>
                          </p:cTn>
                        </p:par>
                        <p:par>
                          <p:cTn id="80" fill="hold">
                            <p:stCondLst>
                              <p:cond delay="5500"/>
                            </p:stCondLst>
                            <p:childTnLst>
                              <p:par>
                                <p:cTn id="81" presetID="22" presetClass="entr" presetSubtype="4" fill="hold" grpId="0" nodeType="afterEffect">
                                  <p:stCondLst>
                                    <p:cond delay="0"/>
                                  </p:stCondLst>
                                  <p:childTnLst>
                                    <p:set>
                                      <p:cBhvr>
                                        <p:cTn id="82" dur="1" fill="hold">
                                          <p:stCondLst>
                                            <p:cond delay="0"/>
                                          </p:stCondLst>
                                        </p:cTn>
                                        <p:tgtEl>
                                          <p:spTgt spid="8">
                                            <p:graphicEl>
                                              <a:chart seriesIdx="-4" categoryIdx="18" bldStep="category"/>
                                            </p:graphicEl>
                                          </p:spTgt>
                                        </p:tgtEl>
                                        <p:attrNameLst>
                                          <p:attrName>style.visibility</p:attrName>
                                        </p:attrNameLst>
                                      </p:cBhvr>
                                      <p:to>
                                        <p:strVal val="visible"/>
                                      </p:to>
                                    </p:set>
                                    <p:animEffect transition="in" filter="wipe(down)">
                                      <p:cBhvr>
                                        <p:cTn id="83" dur="300"/>
                                        <p:tgtEl>
                                          <p:spTgt spid="8">
                                            <p:graphicEl>
                                              <a:chart seriesIdx="-4" categoryIdx="18" bldStep="category"/>
                                            </p:graphicEl>
                                          </p:spTgt>
                                        </p:tgtEl>
                                      </p:cBhvr>
                                    </p:animEffect>
                                  </p:childTnLst>
                                </p:cTn>
                              </p:par>
                            </p:childTnLst>
                          </p:cTn>
                        </p:par>
                        <p:par>
                          <p:cTn id="84" fill="hold">
                            <p:stCondLst>
                              <p:cond delay="5800"/>
                            </p:stCondLst>
                            <p:childTnLst>
                              <p:par>
                                <p:cTn id="85" presetID="22" presetClass="entr" presetSubtype="4" fill="hold" grpId="0" nodeType="afterEffect">
                                  <p:stCondLst>
                                    <p:cond delay="0"/>
                                  </p:stCondLst>
                                  <p:childTnLst>
                                    <p:set>
                                      <p:cBhvr>
                                        <p:cTn id="86" dur="1" fill="hold">
                                          <p:stCondLst>
                                            <p:cond delay="0"/>
                                          </p:stCondLst>
                                        </p:cTn>
                                        <p:tgtEl>
                                          <p:spTgt spid="8">
                                            <p:graphicEl>
                                              <a:chart seriesIdx="-4" categoryIdx="19" bldStep="category"/>
                                            </p:graphicEl>
                                          </p:spTgt>
                                        </p:tgtEl>
                                        <p:attrNameLst>
                                          <p:attrName>style.visibility</p:attrName>
                                        </p:attrNameLst>
                                      </p:cBhvr>
                                      <p:to>
                                        <p:strVal val="visible"/>
                                      </p:to>
                                    </p:set>
                                    <p:animEffect transition="in" filter="wipe(down)">
                                      <p:cBhvr>
                                        <p:cTn id="87" dur="300"/>
                                        <p:tgtEl>
                                          <p:spTgt spid="8">
                                            <p:graphicEl>
                                              <a:chart seriesIdx="-4" categoryIdx="19" bldStep="category"/>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Chart bld="category"/>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13">
            <a:extLst>
              <a:ext uri="{FF2B5EF4-FFF2-40B4-BE49-F238E27FC236}">
                <a16:creationId xmlns:a16="http://schemas.microsoft.com/office/drawing/2014/main" id="{95AC1AB0-B7FD-3143-AB29-BDE814709497}"/>
              </a:ext>
            </a:extLst>
          </p:cNvPr>
          <p:cNvPicPr>
            <a:picLocks noChangeAspect="1"/>
          </p:cNvPicPr>
          <p:nvPr/>
        </p:nvPicPr>
        <p:blipFill>
          <a:blip r:embed="rId2">
            <a:extLst>
              <a:ext uri="{28A0092B-C50C-407E-A947-70E740481C1C}">
                <a14:useLocalDpi xmlns:a14="http://schemas.microsoft.com/office/drawing/2010/main" val="0"/>
              </a:ext>
            </a:extLst>
          </a:blip>
          <a:srcRect t="62" b="62"/>
          <a:stretch>
            <a:fill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D1D13C83-2C4F-B44C-9003-8CE9B736895A}"/>
              </a:ext>
            </a:extLst>
          </p:cNvPr>
          <p:cNvSpPr txBox="1"/>
          <p:nvPr/>
        </p:nvSpPr>
        <p:spPr>
          <a:xfrm>
            <a:off x="1733971" y="3429000"/>
            <a:ext cx="4854769" cy="1785104"/>
          </a:xfrm>
          <a:prstGeom prst="rect">
            <a:avLst/>
          </a:prstGeom>
          <a:noFill/>
        </p:spPr>
        <p:txBody>
          <a:bodyPr wrap="square" lIns="0" rIns="0" rtlCol="0">
            <a:spAutoFit/>
          </a:bodyPr>
          <a:lstStyle/>
          <a:p>
            <a:r>
              <a:rPr lang="en-US" sz="5500" b="1" dirty="0">
                <a:solidFill>
                  <a:schemeClr val="bg1"/>
                </a:solidFill>
                <a:latin typeface="Averta ExtraBold" pitchFamily="2" charset="77"/>
              </a:rPr>
              <a:t>Thanks for reading</a:t>
            </a:r>
            <a:r>
              <a:rPr lang="en-US" sz="5500" b="1" dirty="0">
                <a:solidFill>
                  <a:srgbClr val="92D050"/>
                </a:solidFill>
                <a:latin typeface="Averta ExtraBold" pitchFamily="2" charset="77"/>
              </a:rPr>
              <a:t>.</a:t>
            </a:r>
          </a:p>
        </p:txBody>
      </p:sp>
      <p:pic>
        <p:nvPicPr>
          <p:cNvPr id="8" name="Picture 7">
            <a:extLst>
              <a:ext uri="{FF2B5EF4-FFF2-40B4-BE49-F238E27FC236}">
                <a16:creationId xmlns:a16="http://schemas.microsoft.com/office/drawing/2014/main" id="{E6CB5337-03DC-C04F-B42D-CBAFC4D91E1C}"/>
              </a:ext>
            </a:extLst>
          </p:cNvPr>
          <p:cNvPicPr>
            <a:picLocks noChangeAspect="1"/>
          </p:cNvPicPr>
          <p:nvPr/>
        </p:nvPicPr>
        <p:blipFill>
          <a:blip r:embed="rId3"/>
          <a:stretch>
            <a:fillRect/>
          </a:stretch>
        </p:blipFill>
        <p:spPr>
          <a:xfrm>
            <a:off x="1821432" y="582482"/>
            <a:ext cx="3187700" cy="508000"/>
          </a:xfrm>
          <a:prstGeom prst="rect">
            <a:avLst/>
          </a:prstGeom>
        </p:spPr>
      </p:pic>
      <p:cxnSp>
        <p:nvCxnSpPr>
          <p:cNvPr id="9" name="Straight Connector 8">
            <a:extLst>
              <a:ext uri="{FF2B5EF4-FFF2-40B4-BE49-F238E27FC236}">
                <a16:creationId xmlns:a16="http://schemas.microsoft.com/office/drawing/2014/main" id="{3266C9B2-AD0A-EE48-B117-11D9649C59C0}"/>
              </a:ext>
            </a:extLst>
          </p:cNvPr>
          <p:cNvCxnSpPr>
            <a:cxnSpLocks/>
          </p:cNvCxnSpPr>
          <p:nvPr/>
        </p:nvCxnSpPr>
        <p:spPr>
          <a:xfrm>
            <a:off x="985480" y="0"/>
            <a:ext cx="0" cy="6858000"/>
          </a:xfrm>
          <a:prstGeom prst="line">
            <a:avLst/>
          </a:prstGeom>
          <a:ln>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332E80A-0DC1-0241-8466-6F331212554A}"/>
              </a:ext>
            </a:extLst>
          </p:cNvPr>
          <p:cNvSpPr txBox="1"/>
          <p:nvPr/>
        </p:nvSpPr>
        <p:spPr>
          <a:xfrm>
            <a:off x="11206520" y="582482"/>
            <a:ext cx="600271" cy="1169551"/>
          </a:xfrm>
          <a:prstGeom prst="rect">
            <a:avLst/>
          </a:prstGeom>
          <a:noFill/>
        </p:spPr>
        <p:txBody>
          <a:bodyPr wrap="square" rtlCol="0">
            <a:spAutoFit/>
          </a:bodyPr>
          <a:lstStyle/>
          <a:p>
            <a:pPr algn="ctr"/>
            <a:r>
              <a:rPr lang="en-US" sz="1400" dirty="0">
                <a:solidFill>
                  <a:schemeClr val="bg1"/>
                </a:solidFill>
                <a:latin typeface="Averta" pitchFamily="2" charset="77"/>
              </a:rPr>
              <a:t>06</a:t>
            </a:r>
          </a:p>
          <a:p>
            <a:pPr algn="ctr"/>
            <a:r>
              <a:rPr lang="en-US" sz="1400" dirty="0">
                <a:solidFill>
                  <a:schemeClr val="bg1"/>
                </a:solidFill>
                <a:latin typeface="Averta" pitchFamily="2" charset="77"/>
              </a:rPr>
              <a:t>/</a:t>
            </a:r>
          </a:p>
          <a:p>
            <a:pPr algn="ctr"/>
            <a:r>
              <a:rPr lang="en-US" sz="1400" dirty="0">
                <a:solidFill>
                  <a:schemeClr val="bg1"/>
                </a:solidFill>
                <a:latin typeface="Averta" pitchFamily="2" charset="77"/>
              </a:rPr>
              <a:t>06</a:t>
            </a:r>
          </a:p>
          <a:p>
            <a:pPr algn="ctr"/>
            <a:r>
              <a:rPr lang="en-US" sz="1400" dirty="0">
                <a:solidFill>
                  <a:schemeClr val="bg1"/>
                </a:solidFill>
                <a:latin typeface="Averta" pitchFamily="2" charset="77"/>
              </a:rPr>
              <a:t>/</a:t>
            </a:r>
          </a:p>
          <a:p>
            <a:pPr algn="ctr"/>
            <a:r>
              <a:rPr lang="en-US" sz="1400" dirty="0">
                <a:solidFill>
                  <a:schemeClr val="bg1"/>
                </a:solidFill>
                <a:latin typeface="Averta" pitchFamily="2" charset="77"/>
              </a:rPr>
              <a:t>2022</a:t>
            </a:r>
          </a:p>
        </p:txBody>
      </p:sp>
    </p:spTree>
    <p:extLst>
      <p:ext uri="{BB962C8B-B14F-4D97-AF65-F5344CB8AC3E}">
        <p14:creationId xmlns:p14="http://schemas.microsoft.com/office/powerpoint/2010/main" val="1864639290"/>
      </p:ext>
    </p:extLst>
  </p:cSld>
  <p:clrMapOvr>
    <a:masterClrMapping/>
  </p:clrMapOvr>
</p:sld>
</file>

<file path=ppt/theme/theme1.xml><?xml version="1.0" encoding="utf-8"?>
<a:theme xmlns:a="http://schemas.openxmlformats.org/drawingml/2006/main" name="B&amp;D-Powerpoint Template_16x9">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Montserrat_OpenSans">
      <a:majorFont>
        <a:latin typeface="Montserrat-Bold"/>
        <a:ea typeface=""/>
        <a:cs typeface=""/>
      </a:majorFont>
      <a:minorFont>
        <a:latin typeface="Open Sans"/>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B&amp;D-Powerpoint Template_16x9" id="{D6003E70-2833-4847-828A-A182BBF6C8FF}" vid="{85D7DE89-D8E2-D743-952C-ED1FA0F184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B&amp;D-Powerpoint Template_16x9</Template>
  <TotalTime>1964</TotalTime>
  <Words>364</Words>
  <Application>Microsoft Macintosh PowerPoint</Application>
  <PresentationFormat>Widescreen</PresentationFormat>
  <Paragraphs>37</Paragraphs>
  <Slides>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Arial</vt:lpstr>
      <vt:lpstr>Averta</vt:lpstr>
      <vt:lpstr>Averta ExtraBold</vt:lpstr>
      <vt:lpstr>Calibri</vt:lpstr>
      <vt:lpstr>Montserrat Medium</vt:lpstr>
      <vt:lpstr>Montserrat-Bold</vt:lpstr>
      <vt:lpstr>Open Sans</vt:lpstr>
      <vt:lpstr>B&amp;D-Powerpoint Template_16x9</vt:lpstr>
      <vt:lpstr>PowerPoint Presentation</vt:lpstr>
      <vt:lpstr>Vị trí headline.</vt:lpstr>
      <vt:lpstr>Vị trí headline.</vt:lpstr>
      <vt:lpstr>Các biểu đồ.</vt:lpstr>
      <vt:lpstr>Các biểu đồ.</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Dublin_Design</dc:creator>
  <cp:lastModifiedBy>Microsoft Office User</cp:lastModifiedBy>
  <cp:revision>214</cp:revision>
  <cp:lastPrinted>2017-03-09T03:48:56Z</cp:lastPrinted>
  <dcterms:created xsi:type="dcterms:W3CDTF">2016-11-10T06:07:03Z</dcterms:created>
  <dcterms:modified xsi:type="dcterms:W3CDTF">2022-07-03T05:29:17Z</dcterms:modified>
</cp:coreProperties>
</file>